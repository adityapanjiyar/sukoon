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86.xml" ContentType="application/vnd.openxmlformats-officedocument.presentationml.slideLayout+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93.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slideLayouts/slideLayout76.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Layouts/slideLayout74.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slideLayouts/slideLayout81.xml" ContentType="application/vnd.openxmlformats-officedocument.presentationml.slideLayout+xml"/>
  <Override PartName="/ppt/slideLayouts/slideLayout90.xml" ContentType="application/vnd.openxmlformats-officedocument.presentationml.slideLayout+xml"/>
  <Override PartName="/ppt/slideLayouts/slideLayout92.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Masters/slideMaster6.xml" ContentType="application/vnd.openxmlformats-officedocument.presentationml.slideMaster+xml"/>
  <Override PartName="/ppt/slideLayouts/slideLayout89.xml" ContentType="application/vnd.openxmlformats-officedocument.presentationml.slideLayout+xml"/>
  <Override PartName="/ppt/theme/theme8.xml" ContentType="application/vnd.openxmlformats-officedocument.them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sldIdLst>
    <p:sldId id="256" r:id="rId9"/>
    <p:sldId id="257" r:id="rId10"/>
    <p:sldId id="275" r:id="rId11"/>
    <p:sldId id="274" r:id="rId12"/>
    <p:sldId id="258" r:id="rId13"/>
    <p:sldId id="259" r:id="rId14"/>
    <p:sldId id="261" r:id="rId15"/>
    <p:sldId id="262" r:id="rId16"/>
    <p:sldId id="263" r:id="rId17"/>
    <p:sldId id="264" r:id="rId18"/>
    <p:sldId id="265" r:id="rId19"/>
    <p:sldId id="266" r:id="rId20"/>
    <p:sldId id="268" r:id="rId21"/>
    <p:sldId id="269" r:id="rId22"/>
    <p:sldId id="270" r:id="rId23"/>
    <p:sldId id="271" r:id="rId24"/>
    <p:sldId id="273" r:id="rId25"/>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91" d="100"/>
          <a:sy n="91" d="100"/>
        </p:scale>
        <p:origin x="-786" y="-9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8"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0"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2"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3"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7"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8"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19"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1"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22"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3"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5"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6"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7"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9"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30"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2"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33"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34"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35"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7"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38"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39"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40"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41"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42"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52"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54"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56"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57"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61"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62"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63"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65"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66"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67"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69"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70"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71"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73"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74"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76"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77"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78"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79"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81"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82"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83"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84"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85"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86"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95"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97"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99"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00"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04"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05"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106"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08"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09"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10"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12"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13"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14"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16"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117"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19"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20"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21"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122"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24"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125"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126"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127"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128"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129"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37"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39"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41"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42"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46"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47"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148"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50"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5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52"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54"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55"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56"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58"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159"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61"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62"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63"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164"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66"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167"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168"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169"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170"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171"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80"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82"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84"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85"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89"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90"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191"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93"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194"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95"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197"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198"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199"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01"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202"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04"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05"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06"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207"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09"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210"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211"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212"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213"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214"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2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23"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25"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27"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228"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2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0"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32"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33"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234"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36"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237"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38"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40"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4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42"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44"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245"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47"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48"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49"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250"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52"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253"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254"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255"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256"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257"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6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66"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68"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70"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271"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3"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75"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76"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277"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79"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280"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81"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83"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84"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85"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87"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288"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90"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29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292"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293"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295"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296"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297"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298"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299"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300"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08"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09" name="PlaceHolder 2"/>
          <p:cNvSpPr>
            <a:spLocks noGrp="1"/>
          </p:cNvSpPr>
          <p:nvPr>
            <p:ph type="subTitle"/>
          </p:nvPr>
        </p:nvSpPr>
        <p:spPr>
          <a:xfrm>
            <a:off x="457200" y="1203480"/>
            <a:ext cx="8229240" cy="298296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10"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11"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1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13"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314"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1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16" name="PlaceHolder 1"/>
          <p:cNvSpPr>
            <a:spLocks noGrp="1"/>
          </p:cNvSpPr>
          <p:nvPr>
            <p:ph type="subTitle"/>
          </p:nvPr>
        </p:nvSpPr>
        <p:spPr>
          <a:xfrm>
            <a:off x="855360" y="835920"/>
            <a:ext cx="5306400" cy="1835280"/>
          </a:xfrm>
          <a:prstGeom prst="rect">
            <a:avLst/>
          </a:prstGeom>
        </p:spPr>
        <p:txBody>
          <a:bodyPr lIns="0" tIns="0" rIns="0" bIns="0" anchor="ctr">
            <a:noAutofit/>
          </a:bodyPr>
          <a:lstStyle/>
          <a:p>
            <a:pPr algn="ctr"/>
            <a:endParaRPr lang="en-AU" sz="3200" b="0" strike="noStrike" spc="-1">
              <a:latin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18"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319"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AU" sz="3200" b="0" strike="noStrike" spc="-1">
              <a:latin typeface="Arial"/>
            </a:endParaRPr>
          </a:p>
        </p:txBody>
      </p:sp>
      <p:sp>
        <p:nvSpPr>
          <p:cNvPr id="320"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22"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AU" sz="3200" b="0" strike="noStrike" spc="-1">
              <a:latin typeface="Arial"/>
            </a:endParaRPr>
          </a:p>
        </p:txBody>
      </p:sp>
      <p:sp>
        <p:nvSpPr>
          <p:cNvPr id="323"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324"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26"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327"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328"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30"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AU" sz="3200" b="0" strike="noStrike" spc="-1">
              <a:latin typeface="Arial"/>
            </a:endParaRPr>
          </a:p>
        </p:txBody>
      </p:sp>
      <p:sp>
        <p:nvSpPr>
          <p:cNvPr id="331"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33"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AU" sz="3200" b="0" strike="noStrike" spc="-1">
              <a:latin typeface="Arial"/>
            </a:endParaRPr>
          </a:p>
        </p:txBody>
      </p:sp>
      <p:sp>
        <p:nvSpPr>
          <p:cNvPr id="334"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AU" sz="3200" b="0" strike="noStrike" spc="-1">
              <a:latin typeface="Arial"/>
            </a:endParaRPr>
          </a:p>
        </p:txBody>
      </p:sp>
      <p:sp>
        <p:nvSpPr>
          <p:cNvPr id="335"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AU" sz="3200" b="0" strike="noStrike" spc="-1">
              <a:latin typeface="Arial"/>
            </a:endParaRPr>
          </a:p>
        </p:txBody>
      </p:sp>
      <p:sp>
        <p:nvSpPr>
          <p:cNvPr id="336"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855360" y="721080"/>
            <a:ext cx="5306400" cy="625320"/>
          </a:xfrm>
          <a:prstGeom prst="rect">
            <a:avLst/>
          </a:prstGeom>
        </p:spPr>
        <p:txBody>
          <a:bodyPr lIns="0" tIns="0" rIns="0" bIns="0" anchor="ctr">
            <a:noAutofit/>
          </a:bodyPr>
          <a:lstStyle/>
          <a:p>
            <a:pPr algn="ctr"/>
            <a:endParaRPr lang="en-AU" sz="4400" b="0" strike="noStrike" spc="-1">
              <a:latin typeface="Arial"/>
            </a:endParaRPr>
          </a:p>
        </p:txBody>
      </p:sp>
      <p:sp>
        <p:nvSpPr>
          <p:cNvPr id="338"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AU" sz="3200" b="0" strike="noStrike" spc="-1">
              <a:latin typeface="Arial"/>
            </a:endParaRPr>
          </a:p>
        </p:txBody>
      </p:sp>
      <p:sp>
        <p:nvSpPr>
          <p:cNvPr id="339"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AU" sz="3200" b="0" strike="noStrike" spc="-1">
              <a:latin typeface="Arial"/>
            </a:endParaRPr>
          </a:p>
        </p:txBody>
      </p:sp>
      <p:sp>
        <p:nvSpPr>
          <p:cNvPr id="340"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AU" sz="3200" b="0" strike="noStrike" spc="-1">
              <a:latin typeface="Arial"/>
            </a:endParaRPr>
          </a:p>
        </p:txBody>
      </p:sp>
      <p:sp>
        <p:nvSpPr>
          <p:cNvPr id="341"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AU" sz="3200" b="0" strike="noStrike" spc="-1">
              <a:latin typeface="Arial"/>
            </a:endParaRPr>
          </a:p>
        </p:txBody>
      </p:sp>
      <p:sp>
        <p:nvSpPr>
          <p:cNvPr id="342"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AU" sz="3200" b="0" strike="noStrike" spc="-1">
              <a:latin typeface="Arial"/>
            </a:endParaRPr>
          </a:p>
        </p:txBody>
      </p:sp>
      <p:sp>
        <p:nvSpPr>
          <p:cNvPr id="343"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AU"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7"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8"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2" name="Group 3"/>
          <p:cNvGrpSpPr/>
          <p:nvPr/>
        </p:nvGrpSpPr>
        <p:grpSpPr>
          <a:xfrm>
            <a:off x="0" y="2550960"/>
            <a:ext cx="718560" cy="41040"/>
            <a:chOff x="0" y="2550960"/>
            <a:chExt cx="718560" cy="41040"/>
          </a:xfrm>
        </p:grpSpPr>
        <p:sp>
          <p:nvSpPr>
            <p:cNvPr id="3"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 name="CustomShape 5"/>
            <p:cNvSpPr/>
            <p:nvPr/>
          </p:nvSpPr>
          <p:spPr>
            <a:xfrm>
              <a:off x="506520" y="255096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5" name="PlaceHolder 6"/>
          <p:cNvSpPr>
            <a:spLocks noGrp="1"/>
          </p:cNvSpPr>
          <p:nvPr>
            <p:ph type="title"/>
          </p:nvPr>
        </p:nvSpPr>
        <p:spPr>
          <a:xfrm>
            <a:off x="855360" y="835920"/>
            <a:ext cx="5306400" cy="395640"/>
          </a:xfrm>
          <a:prstGeom prst="rect">
            <a:avLst/>
          </a:prstGeom>
        </p:spPr>
        <p:txBody>
          <a:bodyPr lIns="0" tIns="0" rIns="0" bIns="0" anchor="ctr">
            <a:noAutofit/>
          </a:bodyPr>
          <a:lstStyle/>
          <a:p>
            <a:pPr algn="ctr"/>
            <a:r>
              <a:rPr lang="en-AU" sz="1800" b="0" strike="noStrike" spc="-1">
                <a:latin typeface="Arial"/>
              </a:rPr>
              <a:t>Click to edit the title text format</a:t>
            </a:r>
          </a:p>
        </p:txBody>
      </p:sp>
      <p:sp>
        <p:nvSpPr>
          <p:cNvPr id="6" name="PlaceHolder 7"/>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AU" sz="2800" b="0" strike="noStrike" spc="-1">
                <a:latin typeface="Arial"/>
              </a:rPr>
              <a:t>Second Outline Level</a:t>
            </a:r>
          </a:p>
          <a:p>
            <a:pPr marL="1296000" lvl="2" indent="-288000">
              <a:spcBef>
                <a:spcPts val="850"/>
              </a:spcBef>
              <a:buClr>
                <a:srgbClr val="FFFFFF"/>
              </a:buClr>
              <a:buSzPct val="45000"/>
              <a:buFont typeface="Wingdings" charset="2"/>
              <a:buChar char=""/>
            </a:pPr>
            <a:r>
              <a:rPr lang="en-AU" sz="2400" b="0" strike="noStrike" spc="-1">
                <a:latin typeface="Arial"/>
              </a:rPr>
              <a:t>Third Outline Level</a:t>
            </a:r>
          </a:p>
          <a:p>
            <a:pPr marL="1728000" lvl="3" indent="-216000">
              <a:spcBef>
                <a:spcPts val="567"/>
              </a:spcBef>
              <a:buClr>
                <a:srgbClr val="FFFFFF"/>
              </a:buClr>
              <a:buSzPct val="75000"/>
              <a:buFont typeface="Symbol" charset="2"/>
              <a:buChar char=""/>
            </a:pPr>
            <a:r>
              <a:rPr lang="en-AU" sz="2000" b="0" strike="noStrike" spc="-1">
                <a:latin typeface="Arial"/>
              </a:rPr>
              <a:t>Fourth Outline Level</a:t>
            </a:r>
          </a:p>
          <a:p>
            <a:pPr marL="2160000" lvl="4" indent="-216000">
              <a:spcBef>
                <a:spcPts val="283"/>
              </a:spcBef>
              <a:buClr>
                <a:srgbClr val="FFFFFF"/>
              </a:buClr>
              <a:buSzPct val="45000"/>
              <a:buFont typeface="Wingdings" charset="2"/>
              <a:buChar char=""/>
            </a:pPr>
            <a:r>
              <a:rPr lang="en-AU" sz="2000" b="0" strike="noStrike" spc="-1">
                <a:latin typeface="Arial"/>
              </a:rPr>
              <a:t>Fifth Outline Level</a:t>
            </a:r>
          </a:p>
          <a:p>
            <a:pPr marL="2592000" lvl="5" indent="-216000">
              <a:spcBef>
                <a:spcPts val="283"/>
              </a:spcBef>
              <a:buClr>
                <a:srgbClr val="FFFFFF"/>
              </a:buClr>
              <a:buSzPct val="45000"/>
              <a:buFont typeface="Wingdings" charset="2"/>
              <a:buChar char=""/>
            </a:pPr>
            <a:r>
              <a:rPr lang="en-AU" sz="2000" b="0" strike="noStrike" spc="-1">
                <a:latin typeface="Arial"/>
              </a:rPr>
              <a:t>Sixth Outline Level</a:t>
            </a:r>
          </a:p>
          <a:p>
            <a:pPr marL="3024000" lvl="6" indent="-216000">
              <a:spcBef>
                <a:spcPts val="283"/>
              </a:spcBef>
              <a:buClr>
                <a:srgbClr val="FFFFFF"/>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43"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4"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45" name="Group 3"/>
          <p:cNvGrpSpPr/>
          <p:nvPr/>
        </p:nvGrpSpPr>
        <p:grpSpPr>
          <a:xfrm>
            <a:off x="0" y="1120320"/>
            <a:ext cx="718560" cy="41040"/>
            <a:chOff x="0" y="1120320"/>
            <a:chExt cx="718560" cy="41040"/>
          </a:xfrm>
        </p:grpSpPr>
        <p:sp>
          <p:nvSpPr>
            <p:cNvPr id="46"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7" name="CustomShape 5"/>
            <p:cNvSpPr/>
            <p:nvPr/>
          </p:nvSpPr>
          <p:spPr>
            <a:xfrm>
              <a:off x="506520" y="112032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48" name="PlaceHolder 6"/>
          <p:cNvSpPr>
            <a:spLocks noGrp="1"/>
          </p:cNvSpPr>
          <p:nvPr>
            <p:ph type="title"/>
          </p:nvPr>
        </p:nvSpPr>
        <p:spPr>
          <a:xfrm>
            <a:off x="855360" y="835920"/>
            <a:ext cx="5306400" cy="395640"/>
          </a:xfrm>
          <a:prstGeom prst="rect">
            <a:avLst/>
          </a:prstGeom>
        </p:spPr>
        <p:txBody>
          <a:bodyPr lIns="0" tIns="0" rIns="0" bIns="0" anchor="ctr">
            <a:noAutofit/>
          </a:bodyPr>
          <a:lstStyle/>
          <a:p>
            <a:pPr algn="ctr"/>
            <a:r>
              <a:rPr lang="en-AU" sz="1800" b="0" strike="noStrike" spc="-1">
                <a:latin typeface="Arial"/>
              </a:rPr>
              <a:t>Click to edit the title text format</a:t>
            </a:r>
          </a:p>
        </p:txBody>
      </p:sp>
      <p:sp>
        <p:nvSpPr>
          <p:cNvPr id="49" name="PlaceHolder 7"/>
          <p:cNvSpPr>
            <a:spLocks noGrp="1"/>
          </p:cNvSpPr>
          <p:nvPr>
            <p:ph type="body"/>
          </p:nvPr>
        </p:nvSpPr>
        <p:spPr>
          <a:xfrm>
            <a:off x="457200" y="1203480"/>
            <a:ext cx="4015440" cy="2982600"/>
          </a:xfrm>
          <a:prstGeom prst="rect">
            <a:avLst/>
          </a:prstGeom>
        </p:spPr>
        <p:txBody>
          <a:bodyPr lIns="0" tIns="0" rIns="0" bIns="0">
            <a:normAutofit fontScale="97000"/>
          </a:bodyPr>
          <a:lstStyle/>
          <a:p>
            <a:pPr marL="432000" indent="-324000" algn="ctr">
              <a:spcBef>
                <a:spcPts val="1417"/>
              </a:spcBef>
              <a:buClr>
                <a:srgbClr val="FFFFFF"/>
              </a:buClr>
              <a:buSzPct val="45000"/>
              <a:buFont typeface="Wingdings" charset="2"/>
              <a:buChar char=""/>
            </a:pPr>
            <a:r>
              <a:rPr lang="en-AU" sz="1800" b="0" strike="noStrike" spc="-1">
                <a:latin typeface="Arial"/>
              </a:rPr>
              <a:t>Click to edit the outline text format</a:t>
            </a:r>
          </a:p>
          <a:p>
            <a:pPr marL="864000" lvl="1" indent="-324000" algn="ctr">
              <a:spcBef>
                <a:spcPts val="1134"/>
              </a:spcBef>
              <a:buClr>
                <a:srgbClr val="FFFFFF"/>
              </a:buClr>
              <a:buSzPct val="75000"/>
              <a:buFont typeface="Symbol" charset="2"/>
              <a:buChar char=""/>
            </a:pPr>
            <a:r>
              <a:rPr lang="en-AU" sz="1800" b="0" strike="noStrike" spc="-1">
                <a:latin typeface="Arial"/>
              </a:rPr>
              <a:t>Second Outline Level</a:t>
            </a:r>
          </a:p>
          <a:p>
            <a:pPr marL="1296000" lvl="2" indent="-288000" algn="ctr">
              <a:spcBef>
                <a:spcPts val="850"/>
              </a:spcBef>
              <a:buClr>
                <a:srgbClr val="FFFFFF"/>
              </a:buClr>
              <a:buSzPct val="45000"/>
              <a:buFont typeface="Wingdings" charset="2"/>
              <a:buChar char=""/>
            </a:pPr>
            <a:r>
              <a:rPr lang="en-AU" sz="1800" b="0" strike="noStrike" spc="-1">
                <a:latin typeface="Arial"/>
              </a:rPr>
              <a:t>Third Outline Level</a:t>
            </a:r>
          </a:p>
          <a:p>
            <a:pPr marL="1728000" lvl="3" indent="-216000" algn="ctr">
              <a:spcBef>
                <a:spcPts val="567"/>
              </a:spcBef>
              <a:buClr>
                <a:srgbClr val="FFFFFF"/>
              </a:buClr>
              <a:buSzPct val="75000"/>
              <a:buFont typeface="Symbol" charset="2"/>
              <a:buChar char=""/>
            </a:pPr>
            <a:r>
              <a:rPr lang="en-AU" sz="1800" b="0" strike="noStrike" spc="-1">
                <a:latin typeface="Arial"/>
              </a:rPr>
              <a:t>Fourth Outline Level</a:t>
            </a:r>
          </a:p>
          <a:p>
            <a:pPr marL="2160000" lvl="4" indent="-216000" algn="ctr">
              <a:spcBef>
                <a:spcPts val="283"/>
              </a:spcBef>
              <a:buClr>
                <a:srgbClr val="FFFFFF"/>
              </a:buClr>
              <a:buSzPct val="45000"/>
              <a:buFont typeface="Wingdings" charset="2"/>
              <a:buChar char=""/>
            </a:pPr>
            <a:r>
              <a:rPr lang="en-AU" sz="1800" b="0" strike="noStrike" spc="-1">
                <a:latin typeface="Arial"/>
              </a:rPr>
              <a:t>Fifth Outline Level</a:t>
            </a:r>
          </a:p>
          <a:p>
            <a:pPr marL="2592000" lvl="5" indent="-216000" algn="ctr">
              <a:spcBef>
                <a:spcPts val="283"/>
              </a:spcBef>
              <a:buClr>
                <a:srgbClr val="FFFFFF"/>
              </a:buClr>
              <a:buSzPct val="45000"/>
              <a:buFont typeface="Wingdings" charset="2"/>
              <a:buChar char=""/>
            </a:pPr>
            <a:r>
              <a:rPr lang="en-AU" sz="1800" b="0" strike="noStrike" spc="-1">
                <a:latin typeface="Arial"/>
              </a:rPr>
              <a:t>Sixth Outline Level</a:t>
            </a:r>
          </a:p>
          <a:p>
            <a:pPr marL="3024000" lvl="6" indent="-216000" algn="ctr">
              <a:spcBef>
                <a:spcPts val="283"/>
              </a:spcBef>
              <a:buClr>
                <a:srgbClr val="FFFFFF"/>
              </a:buClr>
              <a:buSzPct val="45000"/>
              <a:buFont typeface="Wingdings" charset="2"/>
              <a:buChar char=""/>
            </a:pPr>
            <a:r>
              <a:rPr lang="en-AU" sz="1800" b="0" strike="noStrike" spc="-1">
                <a:latin typeface="Arial"/>
              </a:rPr>
              <a:t>Seventh Outline Level</a:t>
            </a:r>
          </a:p>
        </p:txBody>
      </p:sp>
      <p:sp>
        <p:nvSpPr>
          <p:cNvPr id="50" name="PlaceHolder 8"/>
          <p:cNvSpPr>
            <a:spLocks noGrp="1"/>
          </p:cNvSpPr>
          <p:nvPr>
            <p:ph type="body"/>
          </p:nvPr>
        </p:nvSpPr>
        <p:spPr>
          <a:xfrm>
            <a:off x="4674240" y="1203480"/>
            <a:ext cx="4015440" cy="2982600"/>
          </a:xfrm>
          <a:prstGeom prst="rect">
            <a:avLst/>
          </a:prstGeom>
        </p:spPr>
        <p:txBody>
          <a:bodyPr lIns="0" tIns="0" rIns="0" bIns="0">
            <a:normAutofit fontScale="97000"/>
          </a:bodyPr>
          <a:lstStyle/>
          <a:p>
            <a:pPr marL="432000" indent="-324000" algn="ctr">
              <a:spcBef>
                <a:spcPts val="1417"/>
              </a:spcBef>
              <a:buClr>
                <a:srgbClr val="FFFFFF"/>
              </a:buClr>
              <a:buSzPct val="45000"/>
              <a:buFont typeface="Wingdings" charset="2"/>
              <a:buChar char=""/>
            </a:pPr>
            <a:r>
              <a:rPr lang="en-AU" sz="1800" b="0" strike="noStrike" spc="-1">
                <a:latin typeface="Arial"/>
              </a:rPr>
              <a:t>Click to edit the outline text format</a:t>
            </a:r>
          </a:p>
          <a:p>
            <a:pPr marL="864000" lvl="1" indent="-324000" algn="ctr">
              <a:spcBef>
                <a:spcPts val="1134"/>
              </a:spcBef>
              <a:buClr>
                <a:srgbClr val="FFFFFF"/>
              </a:buClr>
              <a:buSzPct val="75000"/>
              <a:buFont typeface="Symbol" charset="2"/>
              <a:buChar char=""/>
            </a:pPr>
            <a:r>
              <a:rPr lang="en-AU" sz="1800" b="0" strike="noStrike" spc="-1">
                <a:latin typeface="Arial"/>
              </a:rPr>
              <a:t>Second Outline Level</a:t>
            </a:r>
          </a:p>
          <a:p>
            <a:pPr marL="1296000" lvl="2" indent="-288000" algn="ctr">
              <a:spcBef>
                <a:spcPts val="850"/>
              </a:spcBef>
              <a:buClr>
                <a:srgbClr val="FFFFFF"/>
              </a:buClr>
              <a:buSzPct val="45000"/>
              <a:buFont typeface="Wingdings" charset="2"/>
              <a:buChar char=""/>
            </a:pPr>
            <a:r>
              <a:rPr lang="en-AU" sz="1800" b="0" strike="noStrike" spc="-1">
                <a:latin typeface="Arial"/>
              </a:rPr>
              <a:t>Third Outline Level</a:t>
            </a:r>
          </a:p>
          <a:p>
            <a:pPr marL="1728000" lvl="3" indent="-216000" algn="ctr">
              <a:spcBef>
                <a:spcPts val="567"/>
              </a:spcBef>
              <a:buClr>
                <a:srgbClr val="FFFFFF"/>
              </a:buClr>
              <a:buSzPct val="75000"/>
              <a:buFont typeface="Symbol" charset="2"/>
              <a:buChar char=""/>
            </a:pPr>
            <a:r>
              <a:rPr lang="en-AU" sz="1800" b="0" strike="noStrike" spc="-1">
                <a:latin typeface="Arial"/>
              </a:rPr>
              <a:t>Fourth Outline Level</a:t>
            </a:r>
          </a:p>
          <a:p>
            <a:pPr marL="2160000" lvl="4" indent="-216000" algn="ctr">
              <a:spcBef>
                <a:spcPts val="283"/>
              </a:spcBef>
              <a:buClr>
                <a:srgbClr val="FFFFFF"/>
              </a:buClr>
              <a:buSzPct val="45000"/>
              <a:buFont typeface="Wingdings" charset="2"/>
              <a:buChar char=""/>
            </a:pPr>
            <a:r>
              <a:rPr lang="en-AU" sz="1800" b="0" strike="noStrike" spc="-1">
                <a:latin typeface="Arial"/>
              </a:rPr>
              <a:t>Fifth Outline Level</a:t>
            </a:r>
          </a:p>
          <a:p>
            <a:pPr marL="2592000" lvl="5" indent="-216000" algn="ctr">
              <a:spcBef>
                <a:spcPts val="283"/>
              </a:spcBef>
              <a:buClr>
                <a:srgbClr val="FFFFFF"/>
              </a:buClr>
              <a:buSzPct val="45000"/>
              <a:buFont typeface="Wingdings" charset="2"/>
              <a:buChar char=""/>
            </a:pPr>
            <a:r>
              <a:rPr lang="en-AU" sz="1800" b="0" strike="noStrike" spc="-1">
                <a:latin typeface="Arial"/>
              </a:rPr>
              <a:t>Sixth Outline Level</a:t>
            </a:r>
          </a:p>
          <a:p>
            <a:pPr marL="3024000" lvl="6" indent="-216000" algn="ctr">
              <a:spcBef>
                <a:spcPts val="283"/>
              </a:spcBef>
              <a:buClr>
                <a:srgbClr val="FFFFFF"/>
              </a:buClr>
              <a:buSzPct val="45000"/>
              <a:buFont typeface="Wingdings" charset="2"/>
              <a:buChar char=""/>
            </a:pPr>
            <a:r>
              <a:rPr lang="en-AU"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87"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88"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89" name="Group 3"/>
          <p:cNvGrpSpPr/>
          <p:nvPr/>
        </p:nvGrpSpPr>
        <p:grpSpPr>
          <a:xfrm>
            <a:off x="0" y="2550960"/>
            <a:ext cx="718560" cy="41040"/>
            <a:chOff x="0" y="2550960"/>
            <a:chExt cx="718560" cy="41040"/>
          </a:xfrm>
        </p:grpSpPr>
        <p:sp>
          <p:nvSpPr>
            <p:cNvPr id="90"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91" name="CustomShape 5"/>
            <p:cNvSpPr/>
            <p:nvPr/>
          </p:nvSpPr>
          <p:spPr>
            <a:xfrm>
              <a:off x="506520" y="255096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92" name="PlaceHolder 6"/>
          <p:cNvSpPr>
            <a:spLocks noGrp="1"/>
          </p:cNvSpPr>
          <p:nvPr>
            <p:ph type="title"/>
          </p:nvPr>
        </p:nvSpPr>
        <p:spPr>
          <a:xfrm>
            <a:off x="457200" y="205200"/>
            <a:ext cx="8229240" cy="858600"/>
          </a:xfrm>
          <a:prstGeom prst="rect">
            <a:avLst/>
          </a:prstGeom>
        </p:spPr>
        <p:txBody>
          <a:bodyPr lIns="0" tIns="0" rIns="0" bIns="0" anchor="ctr">
            <a:noAutofit/>
          </a:bodyPr>
          <a:lstStyle/>
          <a:p>
            <a:pPr algn="ctr"/>
            <a:r>
              <a:rPr lang="en-AU" sz="4400" b="0" strike="noStrike" spc="-1">
                <a:latin typeface="Arial"/>
              </a:rPr>
              <a:t>Click to edit the title text format</a:t>
            </a:r>
          </a:p>
        </p:txBody>
      </p:sp>
      <p:sp>
        <p:nvSpPr>
          <p:cNvPr id="93" name="PlaceHolder 7"/>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AU" sz="2800" b="0" strike="noStrike" spc="-1">
                <a:latin typeface="Arial"/>
              </a:rPr>
              <a:t>Second Outline Level</a:t>
            </a:r>
          </a:p>
          <a:p>
            <a:pPr marL="1296000" lvl="2" indent="-288000">
              <a:spcBef>
                <a:spcPts val="850"/>
              </a:spcBef>
              <a:buClr>
                <a:srgbClr val="FFFFFF"/>
              </a:buClr>
              <a:buSzPct val="45000"/>
              <a:buFont typeface="Wingdings" charset="2"/>
              <a:buChar char=""/>
            </a:pPr>
            <a:r>
              <a:rPr lang="en-AU" sz="2400" b="0" strike="noStrike" spc="-1">
                <a:latin typeface="Arial"/>
              </a:rPr>
              <a:t>Third Outline Level</a:t>
            </a:r>
          </a:p>
          <a:p>
            <a:pPr marL="1728000" lvl="3" indent="-216000">
              <a:spcBef>
                <a:spcPts val="567"/>
              </a:spcBef>
              <a:buClr>
                <a:srgbClr val="FFFFFF"/>
              </a:buClr>
              <a:buSzPct val="75000"/>
              <a:buFont typeface="Symbol" charset="2"/>
              <a:buChar char=""/>
            </a:pPr>
            <a:r>
              <a:rPr lang="en-AU" sz="2000" b="0" strike="noStrike" spc="-1">
                <a:latin typeface="Arial"/>
              </a:rPr>
              <a:t>Fourth Outline Level</a:t>
            </a:r>
          </a:p>
          <a:p>
            <a:pPr marL="2160000" lvl="4" indent="-216000">
              <a:spcBef>
                <a:spcPts val="283"/>
              </a:spcBef>
              <a:buClr>
                <a:srgbClr val="FFFFFF"/>
              </a:buClr>
              <a:buSzPct val="45000"/>
              <a:buFont typeface="Wingdings" charset="2"/>
              <a:buChar char=""/>
            </a:pPr>
            <a:r>
              <a:rPr lang="en-AU" sz="2000" b="0" strike="noStrike" spc="-1">
                <a:latin typeface="Arial"/>
              </a:rPr>
              <a:t>Fifth Outline Level</a:t>
            </a:r>
          </a:p>
          <a:p>
            <a:pPr marL="2592000" lvl="5" indent="-216000">
              <a:spcBef>
                <a:spcPts val="283"/>
              </a:spcBef>
              <a:buClr>
                <a:srgbClr val="FFFFFF"/>
              </a:buClr>
              <a:buSzPct val="45000"/>
              <a:buFont typeface="Wingdings" charset="2"/>
              <a:buChar char=""/>
            </a:pPr>
            <a:r>
              <a:rPr lang="en-AU" sz="2000" b="0" strike="noStrike" spc="-1">
                <a:latin typeface="Arial"/>
              </a:rPr>
              <a:t>Sixth Outline Level</a:t>
            </a:r>
          </a:p>
          <a:p>
            <a:pPr marL="3024000" lvl="6" indent="-216000">
              <a:spcBef>
                <a:spcPts val="283"/>
              </a:spcBef>
              <a:buClr>
                <a:srgbClr val="FFFFFF"/>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9E44"/>
            </a:gs>
            <a:gs pos="100000">
              <a:srgbClr val="FF4093"/>
            </a:gs>
          </a:gsLst>
          <a:path path="circle"/>
        </a:gradFill>
        <a:effectLst/>
      </p:bgPr>
    </p:bg>
    <p:spTree>
      <p:nvGrpSpPr>
        <p:cNvPr id="1" name=""/>
        <p:cNvGrpSpPr/>
        <p:nvPr/>
      </p:nvGrpSpPr>
      <p:grpSpPr>
        <a:xfrm>
          <a:off x="0" y="0"/>
          <a:ext cx="0" cy="0"/>
          <a:chOff x="0" y="0"/>
          <a:chExt cx="0" cy="0"/>
        </a:xfrm>
      </p:grpSpPr>
      <p:sp>
        <p:nvSpPr>
          <p:cNvPr id="130"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131"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132" name="CustomShape 3"/>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133" name="CustomShape 4"/>
          <p:cNvSpPr/>
          <p:nvPr/>
        </p:nvSpPr>
        <p:spPr>
          <a:xfrm>
            <a:off x="506520" y="255096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134" name="PlaceHolder 5"/>
          <p:cNvSpPr>
            <a:spLocks noGrp="1"/>
          </p:cNvSpPr>
          <p:nvPr>
            <p:ph type="title"/>
          </p:nvPr>
        </p:nvSpPr>
        <p:spPr>
          <a:xfrm>
            <a:off x="457200" y="205200"/>
            <a:ext cx="8229240" cy="858600"/>
          </a:xfrm>
          <a:prstGeom prst="rect">
            <a:avLst/>
          </a:prstGeom>
        </p:spPr>
        <p:txBody>
          <a:bodyPr lIns="0" tIns="0" rIns="0" bIns="0" anchor="ctr">
            <a:noAutofit/>
          </a:bodyPr>
          <a:lstStyle/>
          <a:p>
            <a:pPr algn="ctr"/>
            <a:r>
              <a:rPr lang="en-AU" sz="4400" b="0" strike="noStrike" spc="-1">
                <a:latin typeface="Arial"/>
              </a:rPr>
              <a:t>Click to edit the title text format</a:t>
            </a:r>
          </a:p>
        </p:txBody>
      </p:sp>
      <p:sp>
        <p:nvSpPr>
          <p:cNvPr id="135" name="PlaceHolder 6"/>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AU" sz="2800" b="0" strike="noStrike" spc="-1">
                <a:latin typeface="Arial"/>
              </a:rPr>
              <a:t>Second Outline Level</a:t>
            </a:r>
          </a:p>
          <a:p>
            <a:pPr marL="1296000" lvl="2" indent="-288000">
              <a:spcBef>
                <a:spcPts val="850"/>
              </a:spcBef>
              <a:buClr>
                <a:srgbClr val="000000"/>
              </a:buClr>
              <a:buSzPct val="45000"/>
              <a:buFont typeface="Wingdings" charset="2"/>
              <a:buChar char=""/>
            </a:pPr>
            <a:r>
              <a:rPr lang="en-AU" sz="2400" b="0" strike="noStrike" spc="-1">
                <a:latin typeface="Arial"/>
              </a:rPr>
              <a:t>Third Outline Level</a:t>
            </a:r>
          </a:p>
          <a:p>
            <a:pPr marL="1728000" lvl="3" indent="-216000">
              <a:spcBef>
                <a:spcPts val="567"/>
              </a:spcBef>
              <a:buClr>
                <a:srgbClr val="000000"/>
              </a:buClr>
              <a:buSzPct val="75000"/>
              <a:buFont typeface="Symbol" charset="2"/>
              <a:buChar char=""/>
            </a:pPr>
            <a:r>
              <a:rPr lang="en-AU" sz="2000" b="0" strike="noStrike" spc="-1">
                <a:latin typeface="Arial"/>
              </a:rPr>
              <a:t>Fourth Outline Level</a:t>
            </a:r>
          </a:p>
          <a:p>
            <a:pPr marL="2160000" lvl="4" indent="-216000">
              <a:spcBef>
                <a:spcPts val="283"/>
              </a:spcBef>
              <a:buClr>
                <a:srgbClr val="000000"/>
              </a:buClr>
              <a:buSzPct val="45000"/>
              <a:buFont typeface="Wingdings" charset="2"/>
              <a:buChar char=""/>
            </a:pPr>
            <a:r>
              <a:rPr lang="en-AU" sz="2000" b="0" strike="noStrike" spc="-1">
                <a:latin typeface="Arial"/>
              </a:rPr>
              <a:t>Fifth Outline Level</a:t>
            </a:r>
          </a:p>
          <a:p>
            <a:pPr marL="2592000" lvl="5" indent="-216000">
              <a:spcBef>
                <a:spcPts val="283"/>
              </a:spcBef>
              <a:buClr>
                <a:srgbClr val="000000"/>
              </a:buClr>
              <a:buSzPct val="45000"/>
              <a:buFont typeface="Wingdings" charset="2"/>
              <a:buChar char=""/>
            </a:pPr>
            <a:r>
              <a:rPr lang="en-AU" sz="2000" b="0" strike="noStrike" spc="-1">
                <a:latin typeface="Arial"/>
              </a:rPr>
              <a:t>Sixth Outline Level</a:t>
            </a:r>
          </a:p>
          <a:p>
            <a:pPr marL="3024000" lvl="6" indent="-216000">
              <a:spcBef>
                <a:spcPts val="283"/>
              </a:spcBef>
              <a:buClr>
                <a:srgbClr val="000000"/>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172"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173"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174" name="Group 3"/>
          <p:cNvGrpSpPr/>
          <p:nvPr/>
        </p:nvGrpSpPr>
        <p:grpSpPr>
          <a:xfrm>
            <a:off x="0" y="1120320"/>
            <a:ext cx="718560" cy="41040"/>
            <a:chOff x="0" y="1120320"/>
            <a:chExt cx="718560" cy="41040"/>
          </a:xfrm>
        </p:grpSpPr>
        <p:sp>
          <p:nvSpPr>
            <p:cNvPr id="175"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176" name="CustomShape 5"/>
            <p:cNvSpPr/>
            <p:nvPr/>
          </p:nvSpPr>
          <p:spPr>
            <a:xfrm>
              <a:off x="506520" y="112032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177" name="PlaceHolder 6"/>
          <p:cNvSpPr>
            <a:spLocks noGrp="1"/>
          </p:cNvSpPr>
          <p:nvPr>
            <p:ph type="title"/>
          </p:nvPr>
        </p:nvSpPr>
        <p:spPr>
          <a:xfrm>
            <a:off x="855360" y="835920"/>
            <a:ext cx="5306400" cy="395640"/>
          </a:xfrm>
          <a:prstGeom prst="rect">
            <a:avLst/>
          </a:prstGeom>
        </p:spPr>
        <p:txBody>
          <a:bodyPr lIns="0" tIns="0" rIns="0" bIns="0" anchor="ctr">
            <a:noAutofit/>
          </a:bodyPr>
          <a:lstStyle/>
          <a:p>
            <a:pPr algn="ctr"/>
            <a:r>
              <a:rPr lang="en-AU" sz="1800" b="0" strike="noStrike" spc="-1">
                <a:latin typeface="Arial"/>
              </a:rPr>
              <a:t>Click to edit the title text format</a:t>
            </a:r>
          </a:p>
        </p:txBody>
      </p:sp>
      <p:sp>
        <p:nvSpPr>
          <p:cNvPr id="178" name="PlaceHolder 7"/>
          <p:cNvSpPr>
            <a:spLocks noGrp="1"/>
          </p:cNvSpPr>
          <p:nvPr>
            <p:ph type="body"/>
          </p:nvPr>
        </p:nvSpPr>
        <p:spPr>
          <a:xfrm>
            <a:off x="457200" y="1203480"/>
            <a:ext cx="8228880" cy="2982600"/>
          </a:xfrm>
          <a:prstGeom prst="rect">
            <a:avLst/>
          </a:prstGeom>
        </p:spPr>
        <p:txBody>
          <a:bodyPr lIns="0" tIns="0" rIns="0" bIns="0">
            <a:normAutofit/>
          </a:bodyPr>
          <a:lstStyle/>
          <a:p>
            <a:pPr marL="432000" indent="-324000" algn="ctr">
              <a:spcBef>
                <a:spcPts val="1417"/>
              </a:spcBef>
              <a:buClr>
                <a:srgbClr val="FFFFFF"/>
              </a:buClr>
              <a:buSzPct val="45000"/>
              <a:buFont typeface="Wingdings" charset="2"/>
              <a:buChar char=""/>
            </a:pPr>
            <a:r>
              <a:rPr lang="en-AU" sz="1800" b="0" strike="noStrike" spc="-1">
                <a:latin typeface="Arial"/>
              </a:rPr>
              <a:t>Click to edit the outline text format</a:t>
            </a:r>
          </a:p>
          <a:p>
            <a:pPr marL="864000" lvl="1" indent="-324000" algn="ctr">
              <a:spcBef>
                <a:spcPts val="1134"/>
              </a:spcBef>
              <a:buClr>
                <a:srgbClr val="FFFFFF"/>
              </a:buClr>
              <a:buSzPct val="75000"/>
              <a:buFont typeface="Symbol" charset="2"/>
              <a:buChar char=""/>
            </a:pPr>
            <a:r>
              <a:rPr lang="en-AU" sz="1800" b="0" strike="noStrike" spc="-1">
                <a:latin typeface="Arial"/>
              </a:rPr>
              <a:t>Second Outline Level</a:t>
            </a:r>
          </a:p>
          <a:p>
            <a:pPr marL="1296000" lvl="2" indent="-288000" algn="ctr">
              <a:spcBef>
                <a:spcPts val="850"/>
              </a:spcBef>
              <a:buClr>
                <a:srgbClr val="FFFFFF"/>
              </a:buClr>
              <a:buSzPct val="45000"/>
              <a:buFont typeface="Wingdings" charset="2"/>
              <a:buChar char=""/>
            </a:pPr>
            <a:r>
              <a:rPr lang="en-AU" sz="1800" b="0" strike="noStrike" spc="-1">
                <a:latin typeface="Arial"/>
              </a:rPr>
              <a:t>Third Outline Level</a:t>
            </a:r>
          </a:p>
          <a:p>
            <a:pPr marL="1728000" lvl="3" indent="-216000" algn="ctr">
              <a:spcBef>
                <a:spcPts val="567"/>
              </a:spcBef>
              <a:buClr>
                <a:srgbClr val="FFFFFF"/>
              </a:buClr>
              <a:buSzPct val="75000"/>
              <a:buFont typeface="Symbol" charset="2"/>
              <a:buChar char=""/>
            </a:pPr>
            <a:r>
              <a:rPr lang="en-AU" sz="1800" b="0" strike="noStrike" spc="-1">
                <a:latin typeface="Arial"/>
              </a:rPr>
              <a:t>Fourth Outline Level</a:t>
            </a:r>
          </a:p>
          <a:p>
            <a:pPr marL="2160000" lvl="4" indent="-216000" algn="ctr">
              <a:spcBef>
                <a:spcPts val="283"/>
              </a:spcBef>
              <a:buClr>
                <a:srgbClr val="FFFFFF"/>
              </a:buClr>
              <a:buSzPct val="45000"/>
              <a:buFont typeface="Wingdings" charset="2"/>
              <a:buChar char=""/>
            </a:pPr>
            <a:r>
              <a:rPr lang="en-AU" sz="1800" b="0" strike="noStrike" spc="-1">
                <a:latin typeface="Arial"/>
              </a:rPr>
              <a:t>Fifth Outline Level</a:t>
            </a:r>
          </a:p>
          <a:p>
            <a:pPr marL="2592000" lvl="5" indent="-216000" algn="ctr">
              <a:spcBef>
                <a:spcPts val="283"/>
              </a:spcBef>
              <a:buClr>
                <a:srgbClr val="FFFFFF"/>
              </a:buClr>
              <a:buSzPct val="45000"/>
              <a:buFont typeface="Wingdings" charset="2"/>
              <a:buChar char=""/>
            </a:pPr>
            <a:r>
              <a:rPr lang="en-AU" sz="1800" b="0" strike="noStrike" spc="-1">
                <a:latin typeface="Arial"/>
              </a:rPr>
              <a:t>Sixth Outline Level</a:t>
            </a:r>
          </a:p>
          <a:p>
            <a:pPr marL="3024000" lvl="6" indent="-216000" algn="ctr">
              <a:spcBef>
                <a:spcPts val="283"/>
              </a:spcBef>
              <a:buClr>
                <a:srgbClr val="FFFFFF"/>
              </a:buClr>
              <a:buSzPct val="45000"/>
              <a:buFont typeface="Wingdings" charset="2"/>
              <a:buChar char=""/>
            </a:pPr>
            <a:r>
              <a:rPr lang="en-AU"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215"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216"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217" name="Group 3"/>
          <p:cNvGrpSpPr/>
          <p:nvPr/>
        </p:nvGrpSpPr>
        <p:grpSpPr>
          <a:xfrm>
            <a:off x="0" y="2550960"/>
            <a:ext cx="718560" cy="41040"/>
            <a:chOff x="0" y="2550960"/>
            <a:chExt cx="718560" cy="41040"/>
          </a:xfrm>
        </p:grpSpPr>
        <p:sp>
          <p:nvSpPr>
            <p:cNvPr id="218"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219" name="CustomShape 5"/>
            <p:cNvSpPr/>
            <p:nvPr/>
          </p:nvSpPr>
          <p:spPr>
            <a:xfrm>
              <a:off x="506520" y="255096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220" name="PlaceHolder 6"/>
          <p:cNvSpPr>
            <a:spLocks noGrp="1"/>
          </p:cNvSpPr>
          <p:nvPr>
            <p:ph type="title"/>
          </p:nvPr>
        </p:nvSpPr>
        <p:spPr>
          <a:xfrm>
            <a:off x="457200" y="205200"/>
            <a:ext cx="8229240" cy="858600"/>
          </a:xfrm>
          <a:prstGeom prst="rect">
            <a:avLst/>
          </a:prstGeom>
        </p:spPr>
        <p:txBody>
          <a:bodyPr lIns="0" tIns="0" rIns="0" bIns="0" anchor="ctr">
            <a:noAutofit/>
          </a:bodyPr>
          <a:lstStyle/>
          <a:p>
            <a:pPr algn="ctr"/>
            <a:r>
              <a:rPr lang="en-AU" sz="4400" b="0" strike="noStrike" spc="-1">
                <a:latin typeface="Arial"/>
              </a:rPr>
              <a:t>Click to edit the title text format</a:t>
            </a:r>
          </a:p>
        </p:txBody>
      </p:sp>
      <p:sp>
        <p:nvSpPr>
          <p:cNvPr id="221" name="PlaceHolder 7"/>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AU" sz="2800" b="0" strike="noStrike" spc="-1">
                <a:latin typeface="Arial"/>
              </a:rPr>
              <a:t>Second Outline Level</a:t>
            </a:r>
          </a:p>
          <a:p>
            <a:pPr marL="1296000" lvl="2" indent="-288000">
              <a:spcBef>
                <a:spcPts val="850"/>
              </a:spcBef>
              <a:buClr>
                <a:srgbClr val="FFFFFF"/>
              </a:buClr>
              <a:buSzPct val="45000"/>
              <a:buFont typeface="Wingdings" charset="2"/>
              <a:buChar char=""/>
            </a:pPr>
            <a:r>
              <a:rPr lang="en-AU" sz="2400" b="0" strike="noStrike" spc="-1">
                <a:latin typeface="Arial"/>
              </a:rPr>
              <a:t>Third Outline Level</a:t>
            </a:r>
          </a:p>
          <a:p>
            <a:pPr marL="1728000" lvl="3" indent="-216000">
              <a:spcBef>
                <a:spcPts val="567"/>
              </a:spcBef>
              <a:buClr>
                <a:srgbClr val="FFFFFF"/>
              </a:buClr>
              <a:buSzPct val="75000"/>
              <a:buFont typeface="Symbol" charset="2"/>
              <a:buChar char=""/>
            </a:pPr>
            <a:r>
              <a:rPr lang="en-AU" sz="2000" b="0" strike="noStrike" spc="-1">
                <a:latin typeface="Arial"/>
              </a:rPr>
              <a:t>Fourth Outline Level</a:t>
            </a:r>
          </a:p>
          <a:p>
            <a:pPr marL="2160000" lvl="4" indent="-216000">
              <a:spcBef>
                <a:spcPts val="283"/>
              </a:spcBef>
              <a:buClr>
                <a:srgbClr val="FFFFFF"/>
              </a:buClr>
              <a:buSzPct val="45000"/>
              <a:buFont typeface="Wingdings" charset="2"/>
              <a:buChar char=""/>
            </a:pPr>
            <a:r>
              <a:rPr lang="en-AU" sz="2000" b="0" strike="noStrike" spc="-1">
                <a:latin typeface="Arial"/>
              </a:rPr>
              <a:t>Fifth Outline Level</a:t>
            </a:r>
          </a:p>
          <a:p>
            <a:pPr marL="2592000" lvl="5" indent="-216000">
              <a:spcBef>
                <a:spcPts val="283"/>
              </a:spcBef>
              <a:buClr>
                <a:srgbClr val="FFFFFF"/>
              </a:buClr>
              <a:buSzPct val="45000"/>
              <a:buFont typeface="Wingdings" charset="2"/>
              <a:buChar char=""/>
            </a:pPr>
            <a:r>
              <a:rPr lang="en-AU" sz="2000" b="0" strike="noStrike" spc="-1">
                <a:latin typeface="Arial"/>
              </a:rPr>
              <a:t>Sixth Outline Level</a:t>
            </a:r>
          </a:p>
          <a:p>
            <a:pPr marL="3024000" lvl="6" indent="-216000">
              <a:spcBef>
                <a:spcPts val="283"/>
              </a:spcBef>
              <a:buClr>
                <a:srgbClr val="FFFFFF"/>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258"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259"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260" name="Group 3"/>
          <p:cNvGrpSpPr/>
          <p:nvPr/>
        </p:nvGrpSpPr>
        <p:grpSpPr>
          <a:xfrm>
            <a:off x="0" y="1120320"/>
            <a:ext cx="718560" cy="41040"/>
            <a:chOff x="0" y="1120320"/>
            <a:chExt cx="718560" cy="41040"/>
          </a:xfrm>
        </p:grpSpPr>
        <p:sp>
          <p:nvSpPr>
            <p:cNvPr id="261"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262" name="CustomShape 5"/>
            <p:cNvSpPr/>
            <p:nvPr/>
          </p:nvSpPr>
          <p:spPr>
            <a:xfrm>
              <a:off x="506520" y="112032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263" name="PlaceHolder 6"/>
          <p:cNvSpPr>
            <a:spLocks noGrp="1"/>
          </p:cNvSpPr>
          <p:nvPr>
            <p:ph type="title"/>
          </p:nvPr>
        </p:nvSpPr>
        <p:spPr>
          <a:xfrm>
            <a:off x="855360" y="835920"/>
            <a:ext cx="5306400" cy="395640"/>
          </a:xfrm>
          <a:prstGeom prst="rect">
            <a:avLst/>
          </a:prstGeom>
        </p:spPr>
        <p:txBody>
          <a:bodyPr lIns="0" tIns="0" rIns="0" bIns="0" anchor="ctr">
            <a:noAutofit/>
          </a:bodyPr>
          <a:lstStyle/>
          <a:p>
            <a:pPr algn="ctr"/>
            <a:r>
              <a:rPr lang="en-AU" sz="1800" b="0" strike="noStrike" spc="-1">
                <a:latin typeface="Arial"/>
              </a:rPr>
              <a:t>Click to edit the title text format</a:t>
            </a:r>
          </a:p>
        </p:txBody>
      </p:sp>
      <p:sp>
        <p:nvSpPr>
          <p:cNvPr id="264" name="PlaceHolder 7"/>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AU" sz="2800" b="0" strike="noStrike" spc="-1">
                <a:latin typeface="Arial"/>
              </a:rPr>
              <a:t>Second Outline Level</a:t>
            </a:r>
          </a:p>
          <a:p>
            <a:pPr marL="1296000" lvl="2" indent="-288000">
              <a:spcBef>
                <a:spcPts val="850"/>
              </a:spcBef>
              <a:buClr>
                <a:srgbClr val="FFFFFF"/>
              </a:buClr>
              <a:buSzPct val="45000"/>
              <a:buFont typeface="Wingdings" charset="2"/>
              <a:buChar char=""/>
            </a:pPr>
            <a:r>
              <a:rPr lang="en-AU" sz="2400" b="0" strike="noStrike" spc="-1">
                <a:latin typeface="Arial"/>
              </a:rPr>
              <a:t>Third Outline Level</a:t>
            </a:r>
          </a:p>
          <a:p>
            <a:pPr marL="1728000" lvl="3" indent="-216000">
              <a:spcBef>
                <a:spcPts val="567"/>
              </a:spcBef>
              <a:buClr>
                <a:srgbClr val="FFFFFF"/>
              </a:buClr>
              <a:buSzPct val="75000"/>
              <a:buFont typeface="Symbol" charset="2"/>
              <a:buChar char=""/>
            </a:pPr>
            <a:r>
              <a:rPr lang="en-AU" sz="2000" b="0" strike="noStrike" spc="-1">
                <a:latin typeface="Arial"/>
              </a:rPr>
              <a:t>Fourth Outline Level</a:t>
            </a:r>
          </a:p>
          <a:p>
            <a:pPr marL="2160000" lvl="4" indent="-216000">
              <a:spcBef>
                <a:spcPts val="283"/>
              </a:spcBef>
              <a:buClr>
                <a:srgbClr val="FFFFFF"/>
              </a:buClr>
              <a:buSzPct val="45000"/>
              <a:buFont typeface="Wingdings" charset="2"/>
              <a:buChar char=""/>
            </a:pPr>
            <a:r>
              <a:rPr lang="en-AU" sz="2000" b="0" strike="noStrike" spc="-1">
                <a:latin typeface="Arial"/>
              </a:rPr>
              <a:t>Fifth Outline Level</a:t>
            </a:r>
          </a:p>
          <a:p>
            <a:pPr marL="2592000" lvl="5" indent="-216000">
              <a:spcBef>
                <a:spcPts val="283"/>
              </a:spcBef>
              <a:buClr>
                <a:srgbClr val="FFFFFF"/>
              </a:buClr>
              <a:buSzPct val="45000"/>
              <a:buFont typeface="Wingdings" charset="2"/>
              <a:buChar char=""/>
            </a:pPr>
            <a:r>
              <a:rPr lang="en-AU" sz="2000" b="0" strike="noStrike" spc="-1">
                <a:latin typeface="Arial"/>
              </a:rPr>
              <a:t>Sixth Outline Level</a:t>
            </a:r>
          </a:p>
          <a:p>
            <a:pPr marL="3024000" lvl="6" indent="-216000">
              <a:spcBef>
                <a:spcPts val="283"/>
              </a:spcBef>
              <a:buClr>
                <a:srgbClr val="FFFFFF"/>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572D7E"/>
            </a:gs>
            <a:gs pos="100000">
              <a:srgbClr val="0E0918"/>
            </a:gs>
          </a:gsLst>
          <a:path path="circle"/>
        </a:gradFill>
        <a:effectLst/>
      </p:bgPr>
    </p:bg>
    <p:spTree>
      <p:nvGrpSpPr>
        <p:cNvPr id="1" name=""/>
        <p:cNvGrpSpPr/>
        <p:nvPr/>
      </p:nvGrpSpPr>
      <p:grpSpPr>
        <a:xfrm>
          <a:off x="0" y="0"/>
          <a:ext cx="0" cy="0"/>
          <a:chOff x="0" y="0"/>
          <a:chExt cx="0" cy="0"/>
        </a:xfrm>
      </p:grpSpPr>
      <p:sp>
        <p:nvSpPr>
          <p:cNvPr id="301"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302" name="CustomShape 2"/>
          <p:cNvSpPr/>
          <p:nvPr/>
        </p:nvSpPr>
        <p:spPr>
          <a:xfrm>
            <a:off x="8693280" y="5096880"/>
            <a:ext cx="450000" cy="45720"/>
          </a:xfrm>
          <a:prstGeom prst="rect">
            <a:avLst/>
          </a:prstGeom>
          <a:solidFill>
            <a:schemeClr val="accent2"/>
          </a:solidFill>
          <a:ln>
            <a:noFill/>
          </a:ln>
        </p:spPr>
        <p:style>
          <a:lnRef idx="0">
            <a:scrgbClr r="0" g="0" b="0"/>
          </a:lnRef>
          <a:fillRef idx="0">
            <a:scrgbClr r="0" g="0" b="0"/>
          </a:fillRef>
          <a:effectRef idx="0">
            <a:scrgbClr r="0" g="0" b="0"/>
          </a:effectRef>
          <a:fontRef idx="minor"/>
        </p:style>
      </p:sp>
      <p:grpSp>
        <p:nvGrpSpPr>
          <p:cNvPr id="303" name="Group 3"/>
          <p:cNvGrpSpPr/>
          <p:nvPr/>
        </p:nvGrpSpPr>
        <p:grpSpPr>
          <a:xfrm>
            <a:off x="0" y="4541040"/>
            <a:ext cx="718560" cy="41040"/>
            <a:chOff x="0" y="4541040"/>
            <a:chExt cx="718560" cy="41040"/>
          </a:xfrm>
        </p:grpSpPr>
        <p:sp>
          <p:nvSpPr>
            <p:cNvPr id="304" name="CustomShape 4"/>
            <p:cNvSpPr/>
            <p:nvPr/>
          </p:nvSpPr>
          <p:spPr>
            <a:xfrm>
              <a:off x="0" y="454104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305" name="CustomShape 5"/>
            <p:cNvSpPr/>
            <p:nvPr/>
          </p:nvSpPr>
          <p:spPr>
            <a:xfrm>
              <a:off x="506520" y="4541040"/>
              <a:ext cx="212040" cy="41040"/>
            </a:xfrm>
            <a:prstGeom prst="rect">
              <a:avLst/>
            </a:prstGeom>
            <a:solidFill>
              <a:schemeClr val="accent1"/>
            </a:solidFill>
            <a:ln>
              <a:noFill/>
            </a:ln>
          </p:spPr>
          <p:style>
            <a:lnRef idx="0">
              <a:scrgbClr r="0" g="0" b="0"/>
            </a:lnRef>
            <a:fillRef idx="0">
              <a:scrgbClr r="0" g="0" b="0"/>
            </a:fillRef>
            <a:effectRef idx="0">
              <a:scrgbClr r="0" g="0" b="0"/>
            </a:effectRef>
            <a:fontRef idx="minor"/>
          </p:style>
        </p:sp>
      </p:grpSp>
      <p:sp>
        <p:nvSpPr>
          <p:cNvPr id="306" name="PlaceHolder 6"/>
          <p:cNvSpPr>
            <a:spLocks noGrp="1"/>
          </p:cNvSpPr>
          <p:nvPr>
            <p:ph type="title"/>
          </p:nvPr>
        </p:nvSpPr>
        <p:spPr>
          <a:xfrm>
            <a:off x="457200" y="205200"/>
            <a:ext cx="8229240" cy="858600"/>
          </a:xfrm>
          <a:prstGeom prst="rect">
            <a:avLst/>
          </a:prstGeom>
        </p:spPr>
        <p:txBody>
          <a:bodyPr lIns="0" tIns="0" rIns="0" bIns="0" anchor="ctr">
            <a:noAutofit/>
          </a:bodyPr>
          <a:lstStyle/>
          <a:p>
            <a:pPr algn="ctr"/>
            <a:r>
              <a:rPr lang="en-AU" sz="4400" b="0" strike="noStrike" spc="-1">
                <a:latin typeface="Arial"/>
              </a:rPr>
              <a:t>Click to edit the title text format</a:t>
            </a:r>
          </a:p>
        </p:txBody>
      </p:sp>
      <p:sp>
        <p:nvSpPr>
          <p:cNvPr id="307" name="PlaceHolder 7"/>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AU"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AU" sz="2800" b="0" strike="noStrike" spc="-1">
                <a:latin typeface="Arial"/>
              </a:rPr>
              <a:t>Second Outline Level</a:t>
            </a:r>
          </a:p>
          <a:p>
            <a:pPr marL="1296000" lvl="2" indent="-288000">
              <a:spcBef>
                <a:spcPts val="850"/>
              </a:spcBef>
              <a:buClr>
                <a:srgbClr val="FFFFFF"/>
              </a:buClr>
              <a:buSzPct val="45000"/>
              <a:buFont typeface="Wingdings" charset="2"/>
              <a:buChar char=""/>
            </a:pPr>
            <a:r>
              <a:rPr lang="en-AU" sz="2400" b="0" strike="noStrike" spc="-1">
                <a:latin typeface="Arial"/>
              </a:rPr>
              <a:t>Third Outline Level</a:t>
            </a:r>
          </a:p>
          <a:p>
            <a:pPr marL="1728000" lvl="3" indent="-216000">
              <a:spcBef>
                <a:spcPts val="567"/>
              </a:spcBef>
              <a:buClr>
                <a:srgbClr val="FFFFFF"/>
              </a:buClr>
              <a:buSzPct val="75000"/>
              <a:buFont typeface="Symbol" charset="2"/>
              <a:buChar char=""/>
            </a:pPr>
            <a:r>
              <a:rPr lang="en-AU" sz="2000" b="0" strike="noStrike" spc="-1">
                <a:latin typeface="Arial"/>
              </a:rPr>
              <a:t>Fourth Outline Level</a:t>
            </a:r>
          </a:p>
          <a:p>
            <a:pPr marL="2160000" lvl="4" indent="-216000">
              <a:spcBef>
                <a:spcPts val="283"/>
              </a:spcBef>
              <a:buClr>
                <a:srgbClr val="FFFFFF"/>
              </a:buClr>
              <a:buSzPct val="45000"/>
              <a:buFont typeface="Wingdings" charset="2"/>
              <a:buChar char=""/>
            </a:pPr>
            <a:r>
              <a:rPr lang="en-AU" sz="2000" b="0" strike="noStrike" spc="-1">
                <a:latin typeface="Arial"/>
              </a:rPr>
              <a:t>Fifth Outline Level</a:t>
            </a:r>
          </a:p>
          <a:p>
            <a:pPr marL="2592000" lvl="5" indent="-216000">
              <a:spcBef>
                <a:spcPts val="283"/>
              </a:spcBef>
              <a:buClr>
                <a:srgbClr val="FFFFFF"/>
              </a:buClr>
              <a:buSzPct val="45000"/>
              <a:buFont typeface="Wingdings" charset="2"/>
              <a:buChar char=""/>
            </a:pPr>
            <a:r>
              <a:rPr lang="en-AU" sz="2000" b="0" strike="noStrike" spc="-1">
                <a:latin typeface="Arial"/>
              </a:rPr>
              <a:t>Sixth Outline Level</a:t>
            </a:r>
          </a:p>
          <a:p>
            <a:pPr marL="3024000" lvl="6" indent="-216000">
              <a:spcBef>
                <a:spcPts val="283"/>
              </a:spcBef>
              <a:buClr>
                <a:srgbClr val="FFFFFF"/>
              </a:buClr>
              <a:buSzPct val="45000"/>
              <a:buFont typeface="Wingdings" charset="2"/>
              <a:buChar char=""/>
            </a:pPr>
            <a:r>
              <a:rPr lang="en-AU"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CustomShape 1"/>
          <p:cNvSpPr/>
          <p:nvPr/>
        </p:nvSpPr>
        <p:spPr>
          <a:xfrm>
            <a:off x="792000" y="463320"/>
            <a:ext cx="5110200" cy="241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tabLst>
                <a:tab pos="0" algn="l"/>
              </a:tabLst>
            </a:pPr>
            <a:r>
              <a:rPr lang="en" sz="4800" b="1" u="sng" strike="noStrike" spc="-1">
                <a:solidFill>
                  <a:srgbClr val="FFBF00"/>
                </a:solidFill>
                <a:uFillTx/>
                <a:latin typeface="Barlow"/>
                <a:ea typeface="Barlow"/>
              </a:rPr>
              <a:t>SUKOON</a:t>
            </a:r>
            <a:endParaRPr lang="en-AU" sz="4800" b="0" strike="noStrike" spc="-1">
              <a:latin typeface="Arial"/>
            </a:endParaRPr>
          </a:p>
        </p:txBody>
      </p:sp>
      <p:sp>
        <p:nvSpPr>
          <p:cNvPr id="345" name="CustomShape 2"/>
          <p:cNvSpPr/>
          <p:nvPr/>
        </p:nvSpPr>
        <p:spPr>
          <a:xfrm>
            <a:off x="288000" y="2778840"/>
            <a:ext cx="5076720" cy="714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AU" sz="2200" b="0" strike="noStrike" spc="-1">
                <a:solidFill>
                  <a:srgbClr val="FFBF00"/>
                </a:solidFill>
                <a:latin typeface="Arial"/>
              </a:rPr>
              <a:t>WHERE WE STRIVE FOR A CHANGE,</a:t>
            </a:r>
            <a:endParaRPr lang="en-AU" sz="2200" b="0" strike="noStrike" spc="-1">
              <a:latin typeface="Arial"/>
            </a:endParaRPr>
          </a:p>
          <a:p>
            <a:pPr>
              <a:lnSpc>
                <a:spcPct val="100000"/>
              </a:lnSpc>
            </a:pPr>
            <a:r>
              <a:rPr lang="en-AU" sz="2200" b="0" strike="noStrike" spc="-1">
                <a:solidFill>
                  <a:srgbClr val="FFBF00"/>
                </a:solidFill>
                <a:latin typeface="Arial"/>
              </a:rPr>
              <a:t>AND WE CREATE A CHANGE!</a:t>
            </a:r>
            <a:endParaRPr lang="en-AU" sz="2200" b="0" strike="noStrike" spc="-1">
              <a:latin typeface="Arial"/>
            </a:endParaRPr>
          </a:p>
        </p:txBody>
      </p:sp>
      <p:pic>
        <p:nvPicPr>
          <p:cNvPr id="346" name="Picture 345"/>
          <p:cNvPicPr/>
          <p:nvPr/>
        </p:nvPicPr>
        <p:blipFill>
          <a:blip r:embed="rId2" cstate="print"/>
          <a:stretch/>
        </p:blipFill>
        <p:spPr>
          <a:xfrm>
            <a:off x="5616000" y="1152000"/>
            <a:ext cx="3068280" cy="2996280"/>
          </a:xfrm>
          <a:prstGeom prst="rect">
            <a:avLst/>
          </a:prstGeom>
          <a:ln>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CustomShape 1"/>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AIM OF OUR ORGANIZATION</a:t>
            </a:r>
            <a:endParaRPr lang="en-AU" sz="2400" b="0" strike="noStrike" spc="-1">
              <a:latin typeface="Arial"/>
            </a:endParaRPr>
          </a:p>
        </p:txBody>
      </p:sp>
      <p:sp>
        <p:nvSpPr>
          <p:cNvPr id="348" name="CustomShape 2"/>
          <p:cNvSpPr/>
          <p:nvPr/>
        </p:nvSpPr>
        <p:spPr>
          <a:xfrm>
            <a:off x="481572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1200" b="1" strike="noStrike" spc="-1">
                <a:solidFill>
                  <a:srgbClr val="FFFFFF"/>
                </a:solidFill>
                <a:latin typeface="Barlow Light"/>
                <a:ea typeface="Barlow Light"/>
              </a:rPr>
              <a:t>TO CONTRIBUTE TO THE OPEN_SOURCE</a:t>
            </a:r>
            <a:endParaRPr lang="en-AU" sz="1200" b="0" strike="noStrike" spc="-1">
              <a:latin typeface="Arial"/>
            </a:endParaRPr>
          </a:p>
          <a:p>
            <a:pPr>
              <a:lnSpc>
                <a:spcPct val="115000"/>
              </a:lnSpc>
              <a:spcBef>
                <a:spcPts val="799"/>
              </a:spcBef>
              <a:tabLst>
                <a:tab pos="0" algn="l"/>
              </a:tabLst>
            </a:pPr>
            <a:r>
              <a:rPr lang="en" sz="1200" b="0" strike="noStrike" spc="-1">
                <a:solidFill>
                  <a:srgbClr val="FFFFFF"/>
                </a:solidFill>
                <a:latin typeface="Barlow Light"/>
                <a:ea typeface="Barlow Light"/>
              </a:rPr>
              <a:t>As engineers, we learn a lot in our Btech and Mtech days of college. This knowledge, if imparted could benefit many. However, it is sad to see that unable to get a proper platform to express themselves, hidden talents remain silent without reaching out to the world.</a:t>
            </a:r>
            <a:endParaRPr lang="en-AU" sz="1200" b="0" strike="noStrike" spc="-1">
              <a:latin typeface="Arial"/>
            </a:endParaRPr>
          </a:p>
          <a:p>
            <a:pPr>
              <a:lnSpc>
                <a:spcPct val="115000"/>
              </a:lnSpc>
              <a:spcBef>
                <a:spcPts val="799"/>
              </a:spcBef>
              <a:tabLst>
                <a:tab pos="0" algn="l"/>
              </a:tabLst>
            </a:pPr>
            <a:r>
              <a:rPr lang="en" sz="1200" b="0" strike="noStrike" spc="-1">
                <a:solidFill>
                  <a:srgbClr val="FFFFFF"/>
                </a:solidFill>
                <a:latin typeface="Barlow Light"/>
                <a:ea typeface="Barlow Light"/>
              </a:rPr>
              <a:t>Our platform, no matter small or big, will help them in overcoming that barrier, as well as providing anonymity, freedom to express, and the opportunity to implement new ideas.</a:t>
            </a:r>
            <a:endParaRPr lang="en-AU" sz="1200" b="0" strike="noStrike" spc="-1">
              <a:latin typeface="Arial"/>
            </a:endParaRPr>
          </a:p>
          <a:p>
            <a:pPr>
              <a:lnSpc>
                <a:spcPct val="115000"/>
              </a:lnSpc>
              <a:spcBef>
                <a:spcPts val="799"/>
              </a:spcBef>
              <a:spcAft>
                <a:spcPts val="799"/>
              </a:spcAft>
              <a:tabLst>
                <a:tab pos="0" algn="l"/>
              </a:tabLst>
            </a:pPr>
            <a:endParaRPr lang="en-AU" sz="1200" b="0" strike="noStrike" spc="-1">
              <a:latin typeface="Arial"/>
            </a:endParaRPr>
          </a:p>
        </p:txBody>
      </p:sp>
      <p:sp>
        <p:nvSpPr>
          <p:cNvPr id="349" name="CustomShape 3"/>
          <p:cNvSpPr/>
          <p:nvPr/>
        </p:nvSpPr>
        <p:spPr>
          <a:xfrm>
            <a:off x="85536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1200" b="1" strike="noStrike" spc="-1">
                <a:solidFill>
                  <a:srgbClr val="FFFFFF"/>
                </a:solidFill>
                <a:latin typeface="Barlow Light"/>
                <a:ea typeface="Barlow Light"/>
              </a:rPr>
              <a:t>TO PROVIDE RESOURCES TO THE NEEDY</a:t>
            </a:r>
            <a:endParaRPr lang="en-AU" sz="1200" b="0" strike="noStrike" spc="-1">
              <a:latin typeface="Arial"/>
            </a:endParaRPr>
          </a:p>
          <a:p>
            <a:pPr>
              <a:lnSpc>
                <a:spcPct val="115000"/>
              </a:lnSpc>
              <a:spcBef>
                <a:spcPts val="799"/>
              </a:spcBef>
              <a:tabLst>
                <a:tab pos="0" algn="l"/>
              </a:tabLst>
            </a:pPr>
            <a:r>
              <a:rPr lang="en" sz="1200" b="0" strike="noStrike" spc="-1">
                <a:solidFill>
                  <a:srgbClr val="FFFFFF"/>
                </a:solidFill>
                <a:latin typeface="Barlow Light"/>
                <a:ea typeface="Barlow Light"/>
              </a:rPr>
              <a:t>In times of famine, flood, draughts and other natural calamities, which India is quite prone to, we often see how a small speck of help is what people expect, which is still delivered late.</a:t>
            </a:r>
            <a:endParaRPr lang="en-AU" sz="1200" b="0" strike="noStrike" spc="-1">
              <a:latin typeface="Arial"/>
            </a:endParaRPr>
          </a:p>
          <a:p>
            <a:pPr>
              <a:lnSpc>
                <a:spcPct val="115000"/>
              </a:lnSpc>
              <a:spcBef>
                <a:spcPts val="799"/>
              </a:spcBef>
              <a:tabLst>
                <a:tab pos="0" algn="l"/>
              </a:tabLst>
            </a:pPr>
            <a:r>
              <a:rPr lang="en" sz="1200" b="0" strike="noStrike" spc="-1">
                <a:solidFill>
                  <a:srgbClr val="FFFFFF"/>
                </a:solidFill>
                <a:latin typeface="Barlow Light"/>
                <a:ea typeface="Barlow Light"/>
              </a:rPr>
              <a:t>A small helping hand on our part, can create a huge impact on the lives of many, which is what our motto is.</a:t>
            </a:r>
            <a:endParaRPr lang="en-AU" sz="1200" b="0" strike="noStrike" spc="-1">
              <a:latin typeface="Arial"/>
            </a:endParaRPr>
          </a:p>
          <a:p>
            <a:pPr>
              <a:lnSpc>
                <a:spcPct val="115000"/>
              </a:lnSpc>
              <a:spcBef>
                <a:spcPts val="799"/>
              </a:spcBef>
              <a:spcAft>
                <a:spcPts val="799"/>
              </a:spcAft>
              <a:tabLst>
                <a:tab pos="0" algn="l"/>
              </a:tabLst>
            </a:pPr>
            <a:endParaRPr lang="en-AU" sz="1200" b="0" strike="noStrike" spc="-1">
              <a:latin typeface="Arial"/>
            </a:endParaRPr>
          </a:p>
        </p:txBody>
      </p:sp>
      <p:sp>
        <p:nvSpPr>
          <p:cNvPr id="350" name="CustomShape 4"/>
          <p:cNvSpPr/>
          <p:nvPr/>
        </p:nvSpPr>
        <p:spPr>
          <a:xfrm>
            <a:off x="864000" y="4169880"/>
            <a:ext cx="7432560" cy="653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1200" b="1" strike="noStrike" spc="-1" dirty="0">
                <a:solidFill>
                  <a:srgbClr val="FF4093"/>
                </a:solidFill>
                <a:latin typeface="Barlow Light"/>
                <a:ea typeface="Barlow Light"/>
              </a:rPr>
              <a:t>More info on our goals, our future plans and details about our organization can be found here : </a:t>
            </a:r>
            <a:r>
              <a:rPr lang="en-US" sz="1200" b="1" strike="noStrike" spc="-1" dirty="0" smtClean="0">
                <a:solidFill>
                  <a:srgbClr val="808080"/>
                </a:solidFill>
                <a:highlight>
                  <a:srgbClr val="FFFFFF"/>
                </a:highlight>
                <a:latin typeface="Barlow Light"/>
                <a:ea typeface="Barlow Light"/>
              </a:rPr>
              <a:t>https://kumarmehul15.wixsite.com/my-site</a:t>
            </a:r>
            <a:endParaRPr lang="en-AU" sz="1200" b="0" strike="noStrike" spc="-1" dirty="0">
              <a:latin typeface="Arial"/>
            </a:endParaRPr>
          </a:p>
          <a:p>
            <a:pPr>
              <a:lnSpc>
                <a:spcPct val="115000"/>
              </a:lnSpc>
              <a:tabLst>
                <a:tab pos="0" algn="l"/>
              </a:tabLst>
            </a:pPr>
            <a:endParaRPr lang="en-AU" sz="1200" b="0" strike="noStrike" spc="-1" dirty="0">
              <a:latin typeface="Arial"/>
            </a:endParaRPr>
          </a:p>
          <a:p>
            <a:pPr>
              <a:lnSpc>
                <a:spcPct val="115000"/>
              </a:lnSpc>
              <a:tabLst>
                <a:tab pos="0" algn="l"/>
              </a:tabLst>
            </a:pPr>
            <a:endParaRPr lang="en-AU" sz="1200" b="0" strike="noStrike" spc="-1" dirty="0">
              <a:latin typeface="Arial"/>
            </a:endParaRPr>
          </a:p>
          <a:p>
            <a:pPr>
              <a:lnSpc>
                <a:spcPct val="115000"/>
              </a:lnSpc>
              <a:tabLst>
                <a:tab pos="0" algn="l"/>
              </a:tabLst>
            </a:pPr>
            <a:endParaRPr lang="en-AU" sz="1200" b="0" strike="noStrike" spc="-1" dirty="0">
              <a:latin typeface="Arial"/>
            </a:endParaRPr>
          </a:p>
        </p:txBody>
      </p:sp>
      <p:sp>
        <p:nvSpPr>
          <p:cNvPr id="351" name="CustomShape 5"/>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C6C9BE1D-7EDB-4C2D-B999-59B7111BF24B}" type="slidenum">
              <a:rPr lang="en" sz="1300" b="0" strike="noStrike" spc="-1">
                <a:solidFill>
                  <a:srgbClr val="FF4093"/>
                </a:solidFill>
                <a:latin typeface="Barlow Light"/>
                <a:ea typeface="Barlow Light"/>
              </a:rPr>
              <a:pPr algn="ctr">
                <a:lnSpc>
                  <a:spcPct val="100000"/>
                </a:lnSpc>
                <a:tabLst>
                  <a:tab pos="0" algn="l"/>
                </a:tabLst>
              </a:pPr>
              <a:t>2</a:t>
            </a:fld>
            <a:endParaRPr lang="en-AU" sz="13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CustomShape 2"/>
          <p:cNvSpPr/>
          <p:nvPr/>
        </p:nvSpPr>
        <p:spPr>
          <a:xfrm>
            <a:off x="481572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Bef>
                <a:spcPts val="799"/>
              </a:spcBef>
              <a:spcAft>
                <a:spcPts val="799"/>
              </a:spcAft>
              <a:tabLst>
                <a:tab pos="0" algn="l"/>
              </a:tabLst>
            </a:pPr>
            <a:endParaRPr lang="en-AU" sz="1200" b="0" strike="noStrike" spc="-1" dirty="0">
              <a:latin typeface="Arial"/>
            </a:endParaRPr>
          </a:p>
        </p:txBody>
      </p:sp>
      <p:sp>
        <p:nvSpPr>
          <p:cNvPr id="349" name="CustomShape 3"/>
          <p:cNvSpPr/>
          <p:nvPr/>
        </p:nvSpPr>
        <p:spPr>
          <a:xfrm>
            <a:off x="85536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Bef>
                <a:spcPts val="799"/>
              </a:spcBef>
              <a:spcAft>
                <a:spcPts val="799"/>
              </a:spcAft>
              <a:tabLst>
                <a:tab pos="0" algn="l"/>
              </a:tabLst>
            </a:pPr>
            <a:endParaRPr lang="en-AU" sz="1200" b="0" strike="noStrike" spc="-1" dirty="0">
              <a:latin typeface="Arial"/>
            </a:endParaRPr>
          </a:p>
        </p:txBody>
      </p:sp>
      <p:sp>
        <p:nvSpPr>
          <p:cNvPr id="350" name="CustomShape 4"/>
          <p:cNvSpPr/>
          <p:nvPr/>
        </p:nvSpPr>
        <p:spPr>
          <a:xfrm>
            <a:off x="864000" y="4169880"/>
            <a:ext cx="7432560" cy="653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endParaRPr lang="en-AU" sz="1200" b="0" strike="noStrike" spc="-1" dirty="0">
              <a:latin typeface="Arial"/>
            </a:endParaRPr>
          </a:p>
        </p:txBody>
      </p:sp>
      <p:sp>
        <p:nvSpPr>
          <p:cNvPr id="351" name="CustomShape 5"/>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C6C9BE1D-7EDB-4C2D-B999-59B7111BF24B}" type="slidenum">
              <a:rPr lang="en" sz="1300" b="0" strike="noStrike" spc="-1">
                <a:solidFill>
                  <a:srgbClr val="FF4093"/>
                </a:solidFill>
                <a:latin typeface="Barlow Light"/>
                <a:ea typeface="Barlow Light"/>
              </a:rPr>
              <a:pPr algn="ctr">
                <a:lnSpc>
                  <a:spcPct val="100000"/>
                </a:lnSpc>
                <a:tabLst>
                  <a:tab pos="0" algn="l"/>
                </a:tabLst>
              </a:pPr>
              <a:t>3</a:t>
            </a:fld>
            <a:endParaRPr lang="en-AU" sz="1300" b="0" strike="noStrike" spc="-1">
              <a:latin typeface="Arial"/>
            </a:endParaRPr>
          </a:p>
        </p:txBody>
      </p:sp>
      <p:sp>
        <p:nvSpPr>
          <p:cNvPr id="9" name="Text Placeholder 8"/>
          <p:cNvSpPr>
            <a:spLocks noGrp="1"/>
          </p:cNvSpPr>
          <p:nvPr>
            <p:ph type="body"/>
          </p:nvPr>
        </p:nvSpPr>
        <p:spPr>
          <a:xfrm>
            <a:off x="4714876" y="1428742"/>
            <a:ext cx="4015800" cy="2982960"/>
          </a:xfrm>
        </p:spPr>
        <p:txBody>
          <a:bodyPr>
            <a:normAutofit/>
          </a:bodyPr>
          <a:lstStyle/>
          <a:p>
            <a:r>
              <a:rPr lang="en-US" dirty="0" smtClean="0">
                <a:solidFill>
                  <a:schemeClr val="bg1"/>
                </a:solidFill>
              </a:rPr>
              <a:t>Some social services that we do:-</a:t>
            </a:r>
          </a:p>
          <a:p>
            <a:endParaRPr lang="en-US" dirty="0" smtClean="0">
              <a:solidFill>
                <a:schemeClr val="bg1"/>
              </a:solidFill>
            </a:endParaRPr>
          </a:p>
          <a:p>
            <a:pPr>
              <a:buClr>
                <a:schemeClr val="accent1"/>
              </a:buClr>
              <a:buFont typeface="Arial" pitchFamily="34" charset="0"/>
              <a:buChar char="•"/>
            </a:pPr>
            <a:r>
              <a:rPr lang="en-US" dirty="0" smtClean="0">
                <a:solidFill>
                  <a:schemeClr val="bg1"/>
                </a:solidFill>
              </a:rPr>
              <a:t>Providing Free education.</a:t>
            </a:r>
          </a:p>
          <a:p>
            <a:pPr>
              <a:buClr>
                <a:schemeClr val="accent1"/>
              </a:buClr>
              <a:buFont typeface="Arial" pitchFamily="34" charset="0"/>
              <a:buChar char="•"/>
            </a:pPr>
            <a:r>
              <a:rPr lang="en-US" dirty="0" smtClean="0">
                <a:solidFill>
                  <a:schemeClr val="bg1"/>
                </a:solidFill>
              </a:rPr>
              <a:t>Feed the humanity.</a:t>
            </a:r>
          </a:p>
          <a:p>
            <a:pPr>
              <a:buClr>
                <a:schemeClr val="accent1"/>
              </a:buClr>
              <a:buFont typeface="Arial" pitchFamily="34" charset="0"/>
              <a:buChar char="•"/>
            </a:pPr>
            <a:r>
              <a:rPr lang="en-US" i="0" dirty="0" smtClean="0">
                <a:solidFill>
                  <a:schemeClr val="bg1"/>
                </a:solidFill>
              </a:rPr>
              <a:t>Community Service.</a:t>
            </a:r>
          </a:p>
          <a:p>
            <a:pPr>
              <a:buClr>
                <a:schemeClr val="accent1"/>
              </a:buClr>
              <a:buFont typeface="Arial" pitchFamily="34" charset="0"/>
              <a:buChar char="•"/>
            </a:pPr>
            <a:r>
              <a:rPr lang="en-US" i="0" dirty="0" smtClean="0">
                <a:solidFill>
                  <a:schemeClr val="bg1"/>
                </a:solidFill>
              </a:rPr>
              <a:t>Tree plantation.</a:t>
            </a:r>
          </a:p>
          <a:p>
            <a:pPr>
              <a:buClr>
                <a:schemeClr val="accent1"/>
              </a:buClr>
              <a:buFont typeface="Arial" pitchFamily="34" charset="0"/>
              <a:buChar char="•"/>
            </a:pPr>
            <a:r>
              <a:rPr lang="en-US" dirty="0" smtClean="0">
                <a:solidFill>
                  <a:schemeClr val="bg1"/>
                </a:solidFill>
              </a:rPr>
              <a:t>Providing free books.</a:t>
            </a:r>
          </a:p>
          <a:p>
            <a:pPr>
              <a:buClr>
                <a:schemeClr val="accent1"/>
              </a:buClr>
              <a:buFont typeface="Arial" pitchFamily="34" charset="0"/>
              <a:buChar char="•"/>
            </a:pPr>
            <a:r>
              <a:rPr lang="en-US" dirty="0" smtClean="0">
                <a:solidFill>
                  <a:schemeClr val="bg1"/>
                </a:solidFill>
              </a:rPr>
              <a:t>Providing mask.</a:t>
            </a:r>
          </a:p>
          <a:p>
            <a:pPr>
              <a:buClr>
                <a:schemeClr val="accent1"/>
              </a:buClr>
              <a:buFont typeface="Arial" pitchFamily="34" charset="0"/>
              <a:buChar char="•"/>
            </a:pPr>
            <a:r>
              <a:rPr lang="en-US" i="0" dirty="0" smtClean="0">
                <a:solidFill>
                  <a:schemeClr val="bg1"/>
                </a:solidFill>
              </a:rPr>
              <a:t>Provide Relief During Natural Disaster.</a:t>
            </a:r>
          </a:p>
          <a:p>
            <a:pPr>
              <a:buClr>
                <a:schemeClr val="accent1"/>
              </a:buClr>
              <a:buFont typeface="Arial" pitchFamily="34" charset="0"/>
              <a:buChar char="•"/>
            </a:pPr>
            <a:r>
              <a:rPr lang="en-US" i="0" dirty="0" smtClean="0">
                <a:solidFill>
                  <a:schemeClr val="bg1"/>
                </a:solidFill>
              </a:rPr>
              <a:t>Helping in Skill Development.</a:t>
            </a:r>
          </a:p>
          <a:p>
            <a:pPr>
              <a:buClr>
                <a:schemeClr val="accent1"/>
              </a:buClr>
              <a:buFont typeface="Arial" pitchFamily="34" charset="0"/>
              <a:buChar char="•"/>
            </a:pPr>
            <a:endParaRPr lang="en-US" i="0" dirty="0" smtClean="0">
              <a:solidFill>
                <a:schemeClr val="bg1"/>
              </a:solidFill>
            </a:endParaRPr>
          </a:p>
          <a:p>
            <a:pPr>
              <a:buClr>
                <a:schemeClr val="accent1"/>
              </a:buClr>
            </a:pPr>
            <a:endParaRPr lang="en-US" i="0" dirty="0" smtClean="0">
              <a:solidFill>
                <a:schemeClr val="bg1"/>
              </a:solidFill>
            </a:endParaRPr>
          </a:p>
          <a:p>
            <a:pPr>
              <a:buClr>
                <a:schemeClr val="accent1"/>
              </a:buClr>
              <a:buFont typeface="Arial" pitchFamily="34" charset="0"/>
              <a:buChar char="•"/>
            </a:pPr>
            <a:endParaRPr lang="en-US" i="0" dirty="0" smtClean="0">
              <a:solidFill>
                <a:schemeClr val="bg1"/>
              </a:solidFill>
            </a:endParaRPr>
          </a:p>
        </p:txBody>
      </p:sp>
      <p:sp>
        <p:nvSpPr>
          <p:cNvPr id="7" name="Title 6"/>
          <p:cNvSpPr>
            <a:spLocks noGrp="1"/>
          </p:cNvSpPr>
          <p:nvPr>
            <p:ph type="title"/>
          </p:nvPr>
        </p:nvSpPr>
        <p:spPr>
          <a:xfrm>
            <a:off x="857224" y="214296"/>
            <a:ext cx="5306400" cy="625320"/>
          </a:xfrm>
        </p:spPr>
        <p:txBody>
          <a:bodyPr/>
          <a:lstStyle/>
          <a:p>
            <a:r>
              <a:rPr lang="en" b="1" spc="-1" dirty="0" smtClean="0">
                <a:solidFill>
                  <a:srgbClr val="FF9E44"/>
                </a:solidFill>
                <a:latin typeface="Barlow"/>
                <a:ea typeface="Barlow"/>
              </a:rPr>
              <a:t>MISSION</a:t>
            </a:r>
            <a:r>
              <a:rPr lang="en" b="1" strike="noStrike" spc="-1" dirty="0" smtClean="0">
                <a:solidFill>
                  <a:srgbClr val="FF9E44"/>
                </a:solidFill>
                <a:latin typeface="Barlow"/>
                <a:ea typeface="Barlow"/>
              </a:rPr>
              <a:t> OF OUR ORGANIZATION</a:t>
            </a:r>
            <a:r>
              <a:rPr lang="en-AU" b="0" strike="noStrike" spc="-1" dirty="0" smtClean="0">
                <a:latin typeface="Arial"/>
              </a:rPr>
              <a:t/>
            </a:r>
            <a:br>
              <a:rPr lang="en-AU" b="0" strike="noStrike" spc="-1" dirty="0" smtClean="0">
                <a:latin typeface="Arial"/>
              </a:rPr>
            </a:br>
            <a:endParaRPr lang="en-US" dirty="0"/>
          </a:p>
        </p:txBody>
      </p:sp>
      <p:sp>
        <p:nvSpPr>
          <p:cNvPr id="8" name="Subtitle 7"/>
          <p:cNvSpPr>
            <a:spLocks noGrp="1"/>
          </p:cNvSpPr>
          <p:nvPr>
            <p:ph type="body"/>
          </p:nvPr>
        </p:nvSpPr>
        <p:spPr>
          <a:xfrm>
            <a:off x="285720" y="1571618"/>
            <a:ext cx="4015800" cy="2982960"/>
          </a:xfrm>
        </p:spPr>
        <p:txBody>
          <a:bodyPr anchor="t">
            <a:normAutofit/>
          </a:bodyPr>
          <a:lstStyle/>
          <a:p>
            <a:r>
              <a:rPr lang="en-US" dirty="0" smtClean="0">
                <a:solidFill>
                  <a:schemeClr val="bg1"/>
                </a:solidFill>
              </a:rPr>
              <a:t>Our mission is to provide resources to the needy person, no matter which, Race, Culture, </a:t>
            </a:r>
            <a:r>
              <a:rPr lang="en-US" dirty="0" err="1" smtClean="0">
                <a:solidFill>
                  <a:schemeClr val="bg1"/>
                </a:solidFill>
              </a:rPr>
              <a:t>Colour</a:t>
            </a:r>
            <a:r>
              <a:rPr lang="en-US" dirty="0" smtClean="0">
                <a:solidFill>
                  <a:schemeClr val="bg1"/>
                </a:solidFill>
              </a:rPr>
              <a:t>, Caste you belong. The only thing matter is we all are humans and we are here to help each other. We have a planned structure to visit Orphanages, old age home and hospitals to provide them the basic needs of a healthy life.</a:t>
            </a:r>
          </a:p>
          <a:p>
            <a:endParaRPr lang="en-US" dirty="0">
              <a:solidFill>
                <a:schemeClr val="bg1"/>
              </a:solidFil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CustomShape 2"/>
          <p:cNvSpPr/>
          <p:nvPr/>
        </p:nvSpPr>
        <p:spPr>
          <a:xfrm>
            <a:off x="481572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Bef>
                <a:spcPts val="799"/>
              </a:spcBef>
              <a:spcAft>
                <a:spcPts val="799"/>
              </a:spcAft>
              <a:tabLst>
                <a:tab pos="0" algn="l"/>
              </a:tabLst>
            </a:pPr>
            <a:endParaRPr lang="en-AU" sz="1200" b="0" strike="noStrike" spc="-1" dirty="0">
              <a:latin typeface="Arial"/>
            </a:endParaRPr>
          </a:p>
        </p:txBody>
      </p:sp>
      <p:sp>
        <p:nvSpPr>
          <p:cNvPr id="349" name="CustomShape 3"/>
          <p:cNvSpPr/>
          <p:nvPr/>
        </p:nvSpPr>
        <p:spPr>
          <a:xfrm>
            <a:off x="855360" y="1353960"/>
            <a:ext cx="3472560" cy="2094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Bef>
                <a:spcPts val="799"/>
              </a:spcBef>
              <a:spcAft>
                <a:spcPts val="799"/>
              </a:spcAft>
              <a:tabLst>
                <a:tab pos="0" algn="l"/>
              </a:tabLst>
            </a:pPr>
            <a:endParaRPr lang="en-AU" sz="1200" b="0" strike="noStrike" spc="-1" dirty="0">
              <a:latin typeface="Arial"/>
            </a:endParaRPr>
          </a:p>
        </p:txBody>
      </p:sp>
      <p:sp>
        <p:nvSpPr>
          <p:cNvPr id="350" name="CustomShape 4"/>
          <p:cNvSpPr/>
          <p:nvPr/>
        </p:nvSpPr>
        <p:spPr>
          <a:xfrm>
            <a:off x="864000" y="4169880"/>
            <a:ext cx="7432560" cy="653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endParaRPr lang="en-AU" sz="1200" b="0" strike="noStrike" spc="-1" dirty="0">
              <a:latin typeface="Arial"/>
            </a:endParaRPr>
          </a:p>
        </p:txBody>
      </p:sp>
      <p:sp>
        <p:nvSpPr>
          <p:cNvPr id="351" name="CustomShape 5"/>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C6C9BE1D-7EDB-4C2D-B999-59B7111BF24B}" type="slidenum">
              <a:rPr lang="en" sz="1300" b="0" strike="noStrike" spc="-1">
                <a:solidFill>
                  <a:srgbClr val="FF4093"/>
                </a:solidFill>
                <a:latin typeface="Barlow Light"/>
                <a:ea typeface="Barlow Light"/>
              </a:rPr>
              <a:pPr algn="ctr">
                <a:lnSpc>
                  <a:spcPct val="100000"/>
                </a:lnSpc>
                <a:tabLst>
                  <a:tab pos="0" algn="l"/>
                </a:tabLst>
              </a:pPr>
              <a:t>4</a:t>
            </a:fld>
            <a:endParaRPr lang="en-AU" sz="1300" b="0" strike="noStrike" spc="-1">
              <a:latin typeface="Arial"/>
            </a:endParaRPr>
          </a:p>
        </p:txBody>
      </p:sp>
      <p:sp>
        <p:nvSpPr>
          <p:cNvPr id="13" name="Subtitle 12"/>
          <p:cNvSpPr>
            <a:spLocks noGrp="1"/>
          </p:cNvSpPr>
          <p:nvPr>
            <p:ph type="subTitle"/>
          </p:nvPr>
        </p:nvSpPr>
        <p:spPr/>
        <p:txBody>
          <a:bodyPr anchor="t"/>
          <a:lstStyle/>
          <a:p>
            <a:r>
              <a:rPr lang="en-US" dirty="0">
                <a:solidFill>
                  <a:schemeClr val="bg1"/>
                </a:solidFill>
              </a:rPr>
              <a:t>Every child has access to realize their full potential through quality education and holistic learning to become young empowered leaders in the urban and the rural segments, to contribute </a:t>
            </a:r>
            <a:r>
              <a:rPr lang="en-US" dirty="0" err="1" smtClean="0">
                <a:solidFill>
                  <a:schemeClr val="bg1"/>
                </a:solidFill>
              </a:rPr>
              <a:t>toward.s</a:t>
            </a:r>
            <a:r>
              <a:rPr lang="en-US" dirty="0" smtClean="0">
                <a:solidFill>
                  <a:schemeClr val="bg1"/>
                </a:solidFill>
              </a:rPr>
              <a:t> </a:t>
            </a:r>
            <a:r>
              <a:rPr lang="en-US" dirty="0">
                <a:solidFill>
                  <a:schemeClr val="bg1"/>
                </a:solidFill>
              </a:rPr>
              <a:t>a self-reliant India</a:t>
            </a:r>
          </a:p>
        </p:txBody>
      </p:sp>
      <p:sp>
        <p:nvSpPr>
          <p:cNvPr id="7" name="Title 6"/>
          <p:cNvSpPr>
            <a:spLocks noGrp="1"/>
          </p:cNvSpPr>
          <p:nvPr>
            <p:ph type="title"/>
          </p:nvPr>
        </p:nvSpPr>
        <p:spPr>
          <a:xfrm>
            <a:off x="928662" y="500048"/>
            <a:ext cx="5306400" cy="625320"/>
          </a:xfrm>
        </p:spPr>
        <p:txBody>
          <a:bodyPr/>
          <a:lstStyle/>
          <a:p>
            <a:r>
              <a:rPr lang="en" b="1" spc="-1" dirty="0" smtClean="0">
                <a:solidFill>
                  <a:srgbClr val="FF9E44"/>
                </a:solidFill>
                <a:latin typeface="Barlow"/>
                <a:ea typeface="Barlow"/>
              </a:rPr>
              <a:t>VISION</a:t>
            </a:r>
            <a:r>
              <a:rPr lang="en" b="1" strike="noStrike" spc="-1" dirty="0" smtClean="0">
                <a:solidFill>
                  <a:srgbClr val="FF9E44"/>
                </a:solidFill>
                <a:latin typeface="Barlow"/>
                <a:ea typeface="Barlow"/>
              </a:rPr>
              <a:t> OF OUR ORGANIZATION</a:t>
            </a:r>
            <a:r>
              <a:rPr lang="en-AU" b="0" strike="noStrike" spc="-1" dirty="0" smtClean="0">
                <a:latin typeface="Arial"/>
              </a:rPr>
              <a:t/>
            </a:r>
            <a:br>
              <a:rPr lang="en-AU" b="0" strike="noStrike" spc="-1" dirty="0" smtClean="0">
                <a:latin typeface="Arial"/>
              </a:rPr>
            </a:br>
            <a:endParaRPr lang="en-US" dirty="0"/>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CustomShape 1"/>
          <p:cNvSpPr/>
          <p:nvPr/>
        </p:nvSpPr>
        <p:spPr>
          <a:xfrm>
            <a:off x="855360" y="1533960"/>
            <a:ext cx="5110200" cy="115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1. OUR CONTRIBUTION TO THE POOR</a:t>
            </a:r>
            <a:endParaRPr lang="en-AU" sz="2400" b="0" strike="noStrike" spc="-1">
              <a:latin typeface="Arial"/>
            </a:endParaRPr>
          </a:p>
        </p:txBody>
      </p:sp>
      <p:sp>
        <p:nvSpPr>
          <p:cNvPr id="353" name="CustomShape 2"/>
          <p:cNvSpPr/>
          <p:nvPr/>
        </p:nvSpPr>
        <p:spPr>
          <a:xfrm>
            <a:off x="865440" y="2812320"/>
            <a:ext cx="5110200" cy="427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Aft>
                <a:spcPts val="799"/>
              </a:spcAft>
              <a:tabLst>
                <a:tab pos="0" algn="l"/>
              </a:tabLst>
            </a:pPr>
            <a:r>
              <a:rPr lang="en" sz="1800" b="0" strike="noStrike" spc="-1">
                <a:solidFill>
                  <a:srgbClr val="8870A0"/>
                </a:solidFill>
                <a:latin typeface="Barlow Light"/>
                <a:ea typeface="Barlow Light"/>
              </a:rPr>
              <a:t>Let’s start with our contributions to the poor and the economically challenged people of the society. This includes children, people caught by natural calamities, and people who need financial support to start a business.</a:t>
            </a:r>
            <a:endParaRPr lang="en-AU" sz="1800" b="0" strike="noStrike" spc="-1">
              <a:latin typeface="Arial"/>
            </a:endParaRPr>
          </a:p>
        </p:txBody>
      </p:sp>
      <p:grpSp>
        <p:nvGrpSpPr>
          <p:cNvPr id="354" name="Group 3"/>
          <p:cNvGrpSpPr/>
          <p:nvPr/>
        </p:nvGrpSpPr>
        <p:grpSpPr>
          <a:xfrm>
            <a:off x="5676840" y="1130400"/>
            <a:ext cx="3045960" cy="2868120"/>
            <a:chOff x="5676840" y="1130400"/>
            <a:chExt cx="3045960" cy="2868120"/>
          </a:xfrm>
        </p:grpSpPr>
        <p:sp>
          <p:nvSpPr>
            <p:cNvPr id="355" name="CustomShape 4"/>
            <p:cNvSpPr/>
            <p:nvPr/>
          </p:nvSpPr>
          <p:spPr>
            <a:xfrm>
              <a:off x="6284880" y="1465560"/>
              <a:ext cx="748080" cy="807120"/>
            </a:xfrm>
            <a:custGeom>
              <a:avLst/>
              <a:gdLst/>
              <a:ahLst/>
              <a:cxnLst/>
              <a:rect l="l" t="t" r="r" b="b"/>
              <a:pathLst>
                <a:path w="1784563" h="1925515">
                  <a:moveTo>
                    <a:pt x="1784564" y="1004796"/>
                  </a:moveTo>
                  <a:lnTo>
                    <a:pt x="8243" y="0"/>
                  </a:lnTo>
                  <a:lnTo>
                    <a:pt x="0" y="920719"/>
                  </a:lnTo>
                  <a:lnTo>
                    <a:pt x="1776321" y="1925515"/>
                  </a:lnTo>
                  <a:lnTo>
                    <a:pt x="1784564" y="1004796"/>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356" name="CustomShape 5"/>
            <p:cNvSpPr/>
            <p:nvPr/>
          </p:nvSpPr>
          <p:spPr>
            <a:xfrm>
              <a:off x="6477480" y="1666080"/>
              <a:ext cx="223920" cy="172440"/>
            </a:xfrm>
            <a:custGeom>
              <a:avLst/>
              <a:gdLst/>
              <a:ahLst/>
              <a:cxnLst/>
              <a:rect l="l" t="t" r="r" b="b"/>
              <a:pathLst>
                <a:path w="534957" h="412963">
                  <a:moveTo>
                    <a:pt x="824" y="0"/>
                  </a:moveTo>
                  <a:lnTo>
                    <a:pt x="534957" y="302510"/>
                  </a:lnTo>
                  <a:lnTo>
                    <a:pt x="534133" y="412964"/>
                  </a:lnTo>
                  <a:lnTo>
                    <a:pt x="0" y="110453"/>
                  </a:lnTo>
                  <a:lnTo>
                    <a:pt x="824"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57" name="CustomShape 6"/>
            <p:cNvSpPr/>
            <p:nvPr/>
          </p:nvSpPr>
          <p:spPr>
            <a:xfrm>
              <a:off x="6476760" y="1758600"/>
              <a:ext cx="477000" cy="316440"/>
            </a:xfrm>
            <a:custGeom>
              <a:avLst/>
              <a:gdLst/>
              <a:ahLst/>
              <a:cxnLst/>
              <a:rect l="l" t="t" r="r" b="b"/>
              <a:pathLst>
                <a:path w="1138329" h="755863">
                  <a:moveTo>
                    <a:pt x="824" y="0"/>
                  </a:moveTo>
                  <a:lnTo>
                    <a:pt x="1138329" y="643762"/>
                  </a:lnTo>
                  <a:lnTo>
                    <a:pt x="1137505" y="755864"/>
                  </a:lnTo>
                  <a:lnTo>
                    <a:pt x="0" y="112102"/>
                  </a:lnTo>
                  <a:lnTo>
                    <a:pt x="824"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58" name="CustomShape 7"/>
            <p:cNvSpPr/>
            <p:nvPr/>
          </p:nvSpPr>
          <p:spPr>
            <a:xfrm>
              <a:off x="6353640" y="1593720"/>
              <a:ext cx="83880" cy="124200"/>
            </a:xfrm>
            <a:custGeom>
              <a:avLst/>
              <a:gdLst/>
              <a:ahLst/>
              <a:cxnLst/>
              <a:rect l="l" t="t" r="r" b="b"/>
              <a:pathLst>
                <a:path w="201970" h="297952">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3" y="43056"/>
                    <a:pt x="202784" y="130430"/>
                    <a:pt x="201960" y="206264"/>
                  </a:cubicBez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359" name="CustomShape 8"/>
            <p:cNvSpPr/>
            <p:nvPr/>
          </p:nvSpPr>
          <p:spPr>
            <a:xfrm>
              <a:off x="7975080" y="3191400"/>
              <a:ext cx="747720" cy="807120"/>
            </a:xfrm>
            <a:custGeom>
              <a:avLst/>
              <a:gdLst/>
              <a:ahLst/>
              <a:cxnLst/>
              <a:rect l="l" t="t" r="r" b="b"/>
              <a:pathLst>
                <a:path w="1783739" h="1925515">
                  <a:moveTo>
                    <a:pt x="1783740" y="1004796"/>
                  </a:moveTo>
                  <a:lnTo>
                    <a:pt x="8243" y="0"/>
                  </a:lnTo>
                  <a:lnTo>
                    <a:pt x="0" y="920719"/>
                  </a:lnTo>
                  <a:lnTo>
                    <a:pt x="1776321" y="1925515"/>
                  </a:lnTo>
                  <a:lnTo>
                    <a:pt x="1783740" y="1004796"/>
                  </a:lnTo>
                  <a:close/>
                </a:path>
              </a:pathLst>
            </a:custGeom>
            <a:gradFill rotWithShape="0">
              <a:gsLst>
                <a:gs pos="0">
                  <a:srgbClr val="FFFFFF">
                    <a:alpha val="30196"/>
                  </a:srgbClr>
                </a:gs>
                <a:gs pos="100000">
                  <a:srgbClr val="FFFFFF">
                    <a:alpha val="0"/>
                  </a:srgbClr>
                </a:gs>
              </a:gsLst>
              <a:lin ang="0"/>
            </a:gradFill>
            <a:ln>
              <a:noFill/>
            </a:ln>
          </p:spPr>
          <p:style>
            <a:lnRef idx="0">
              <a:scrgbClr r="0" g="0" b="0"/>
            </a:lnRef>
            <a:fillRef idx="0">
              <a:scrgbClr r="0" g="0" b="0"/>
            </a:fillRef>
            <a:effectRef idx="0">
              <a:scrgbClr r="0" g="0" b="0"/>
            </a:effectRef>
            <a:fontRef idx="minor"/>
          </p:style>
        </p:sp>
        <p:sp>
          <p:nvSpPr>
            <p:cNvPr id="360" name="CustomShape 9"/>
            <p:cNvSpPr/>
            <p:nvPr/>
          </p:nvSpPr>
          <p:spPr>
            <a:xfrm>
              <a:off x="8167680" y="3391920"/>
              <a:ext cx="223920" cy="172440"/>
            </a:xfrm>
            <a:custGeom>
              <a:avLst/>
              <a:gdLst/>
              <a:ahLst/>
              <a:cxnLst/>
              <a:rect l="l" t="t" r="r" b="b"/>
              <a:pathLst>
                <a:path w="534957" h="412963">
                  <a:moveTo>
                    <a:pt x="825" y="0"/>
                  </a:moveTo>
                  <a:lnTo>
                    <a:pt x="534957" y="302510"/>
                  </a:lnTo>
                  <a:lnTo>
                    <a:pt x="534133" y="412964"/>
                  </a:lnTo>
                  <a:lnTo>
                    <a:pt x="0" y="110454"/>
                  </a:lnTo>
                  <a:lnTo>
                    <a:pt x="825"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61" name="CustomShape 10"/>
            <p:cNvSpPr/>
            <p:nvPr/>
          </p:nvSpPr>
          <p:spPr>
            <a:xfrm>
              <a:off x="8166960" y="3484800"/>
              <a:ext cx="477000" cy="316440"/>
            </a:xfrm>
            <a:custGeom>
              <a:avLst/>
              <a:gdLst/>
              <a:ahLst/>
              <a:cxnLst/>
              <a:rect l="l" t="t" r="r" b="b"/>
              <a:pathLst>
                <a:path w="1138329" h="755863">
                  <a:moveTo>
                    <a:pt x="825" y="0"/>
                  </a:moveTo>
                  <a:lnTo>
                    <a:pt x="1138329" y="643762"/>
                  </a:lnTo>
                  <a:lnTo>
                    <a:pt x="1137505" y="755863"/>
                  </a:lnTo>
                  <a:lnTo>
                    <a:pt x="0" y="112102"/>
                  </a:lnTo>
                  <a:lnTo>
                    <a:pt x="825"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62" name="CustomShape 11"/>
            <p:cNvSpPr/>
            <p:nvPr/>
          </p:nvSpPr>
          <p:spPr>
            <a:xfrm>
              <a:off x="8043840" y="3319560"/>
              <a:ext cx="83880" cy="124200"/>
            </a:xfrm>
            <a:custGeom>
              <a:avLst/>
              <a:gdLst/>
              <a:ahLst/>
              <a:cxnLst/>
              <a:rect l="l" t="t" r="r" b="b"/>
              <a:pathLst>
                <a:path w="201970" h="297952">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2" y="43056"/>
                    <a:pt x="202784" y="130430"/>
                    <a:pt x="201960" y="206264"/>
                  </a:cubicBez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363" name="CustomShape 12"/>
            <p:cNvSpPr/>
            <p:nvPr/>
          </p:nvSpPr>
          <p:spPr>
            <a:xfrm>
              <a:off x="7262640" y="1130400"/>
              <a:ext cx="1181520" cy="1975680"/>
            </a:xfrm>
            <a:custGeom>
              <a:avLst/>
              <a:gdLst/>
              <a:ahLst/>
              <a:cxnLst/>
              <a:rect l="l" t="t" r="r" b="b"/>
              <a:pathLst>
                <a:path w="2817385" h="4709929">
                  <a:moveTo>
                    <a:pt x="1415287" y="36268"/>
                  </a:moveTo>
                  <a:cubicBezTo>
                    <a:pt x="1080630" y="101386"/>
                    <a:pt x="328063" y="185463"/>
                    <a:pt x="0" y="0"/>
                  </a:cubicBezTo>
                  <a:cubicBezTo>
                    <a:pt x="2473" y="1312252"/>
                    <a:pt x="323942" y="3174298"/>
                    <a:pt x="1374897" y="4709930"/>
                  </a:cubicBezTo>
                  <a:cubicBezTo>
                    <a:pt x="2442338" y="4372799"/>
                    <a:pt x="2792657" y="2891570"/>
                    <a:pt x="2817385" y="1594980"/>
                  </a:cubicBezTo>
                  <a:cubicBezTo>
                    <a:pt x="2489322" y="1408693"/>
                    <a:pt x="1745823" y="478082"/>
                    <a:pt x="1415287" y="36268"/>
                  </a:cubicBez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364" name="CustomShape 13"/>
            <p:cNvSpPr/>
            <p:nvPr/>
          </p:nvSpPr>
          <p:spPr>
            <a:xfrm>
              <a:off x="7091640" y="1244160"/>
              <a:ext cx="1181520" cy="1975680"/>
            </a:xfrm>
            <a:custGeom>
              <a:avLst/>
              <a:gdLst/>
              <a:ahLst/>
              <a:cxnLst/>
              <a:rect l="l" t="t" r="r" b="b"/>
              <a:pathLst>
                <a:path w="2817384" h="4709929">
                  <a:moveTo>
                    <a:pt x="1415287" y="36268"/>
                  </a:moveTo>
                  <a:cubicBezTo>
                    <a:pt x="1080630" y="101386"/>
                    <a:pt x="328063" y="185463"/>
                    <a:pt x="0" y="0"/>
                  </a:cubicBezTo>
                  <a:cubicBezTo>
                    <a:pt x="2473" y="1312252"/>
                    <a:pt x="323942" y="3174298"/>
                    <a:pt x="1374897" y="4709930"/>
                  </a:cubicBezTo>
                  <a:cubicBezTo>
                    <a:pt x="2442338" y="4372799"/>
                    <a:pt x="2792657" y="2890746"/>
                    <a:pt x="2817385" y="1594980"/>
                  </a:cubicBezTo>
                  <a:cubicBezTo>
                    <a:pt x="2489322" y="1408693"/>
                    <a:pt x="1745823" y="478082"/>
                    <a:pt x="1415287" y="36268"/>
                  </a:cubicBezTo>
                  <a:close/>
                </a:path>
              </a:pathLst>
            </a:custGeom>
            <a:gradFill rotWithShape="0">
              <a:gsLst>
                <a:gs pos="0">
                  <a:srgbClr val="FFFFFF">
                    <a:alpha val="40000"/>
                  </a:srgbClr>
                </a:gs>
                <a:gs pos="100000">
                  <a:srgbClr val="FFFFFF">
                    <a:alpha val="0"/>
                  </a:srgbClr>
                </a:gs>
              </a:gsLst>
              <a:lin ang="6600000"/>
            </a:gradFill>
            <a:ln>
              <a:noFill/>
            </a:ln>
          </p:spPr>
          <p:style>
            <a:lnRef idx="0">
              <a:scrgbClr r="0" g="0" b="0"/>
            </a:lnRef>
            <a:fillRef idx="0">
              <a:scrgbClr r="0" g="0" b="0"/>
            </a:fillRef>
            <a:effectRef idx="0">
              <a:scrgbClr r="0" g="0" b="0"/>
            </a:effectRef>
            <a:fontRef idx="minor"/>
          </p:style>
        </p:sp>
        <p:sp>
          <p:nvSpPr>
            <p:cNvPr id="365" name="CustomShape 14"/>
            <p:cNvSpPr/>
            <p:nvPr/>
          </p:nvSpPr>
          <p:spPr>
            <a:xfrm>
              <a:off x="7667280" y="1259280"/>
              <a:ext cx="604440" cy="1960200"/>
            </a:xfrm>
            <a:custGeom>
              <a:avLst/>
              <a:gdLst/>
              <a:ahLst/>
              <a:cxnLst/>
              <a:rect l="l" t="t" r="r" b="b"/>
              <a:pathLst>
                <a:path w="1442487" h="4672836">
                  <a:moveTo>
                    <a:pt x="1442488" y="1557887"/>
                  </a:moveTo>
                  <a:cubicBezTo>
                    <a:pt x="1113601" y="1371600"/>
                    <a:pt x="370925" y="441813"/>
                    <a:pt x="40389" y="0"/>
                  </a:cubicBezTo>
                  <a:lnTo>
                    <a:pt x="0" y="4672837"/>
                  </a:lnTo>
                  <a:cubicBezTo>
                    <a:pt x="1066617" y="4336531"/>
                    <a:pt x="1416935" y="2854478"/>
                    <a:pt x="1442488" y="1557887"/>
                  </a:cubicBez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366" name="CustomShape 15"/>
            <p:cNvSpPr/>
            <p:nvPr/>
          </p:nvSpPr>
          <p:spPr>
            <a:xfrm>
              <a:off x="6937200" y="2296800"/>
              <a:ext cx="693720" cy="1656720"/>
            </a:xfrm>
            <a:custGeom>
              <a:avLst/>
              <a:gdLst/>
              <a:ahLst/>
              <a:cxnLst/>
              <a:rect l="l" t="t" r="r" b="b"/>
              <a:pathLst>
                <a:path w="1655151" h="3949944">
                  <a:moveTo>
                    <a:pt x="0" y="0"/>
                  </a:moveTo>
                  <a:lnTo>
                    <a:pt x="1654328" y="910828"/>
                  </a:lnTo>
                  <a:lnTo>
                    <a:pt x="1655152" y="3949944"/>
                  </a:lnTo>
                  <a:lnTo>
                    <a:pt x="824" y="3039940"/>
                  </a:lnTo>
                  <a:lnTo>
                    <a:pt x="0" y="0"/>
                  </a:lnTo>
                  <a:close/>
                </a:path>
              </a:pathLst>
            </a:custGeom>
            <a:gradFill rotWithShape="0">
              <a:gsLst>
                <a:gs pos="0">
                  <a:srgbClr val="FFFFFF">
                    <a:alpha val="30196"/>
                  </a:srgbClr>
                </a:gs>
                <a:gs pos="100000">
                  <a:srgbClr val="FFFFFF">
                    <a:alpha val="0"/>
                  </a:srgbClr>
                </a:gs>
              </a:gsLst>
              <a:lin ang="5400000"/>
            </a:gradFill>
            <a:ln>
              <a:noFill/>
            </a:ln>
          </p:spPr>
          <p:style>
            <a:lnRef idx="0">
              <a:scrgbClr r="0" g="0" b="0"/>
            </a:lnRef>
            <a:fillRef idx="0">
              <a:scrgbClr r="0" g="0" b="0"/>
            </a:fillRef>
            <a:effectRef idx="0">
              <a:scrgbClr r="0" g="0" b="0"/>
            </a:effectRef>
            <a:fontRef idx="minor"/>
          </p:style>
        </p:sp>
        <p:sp>
          <p:nvSpPr>
            <p:cNvPr id="367" name="CustomShape 16"/>
            <p:cNvSpPr/>
            <p:nvPr/>
          </p:nvSpPr>
          <p:spPr>
            <a:xfrm>
              <a:off x="7026840" y="3040200"/>
              <a:ext cx="523800" cy="744480"/>
            </a:xfrm>
            <a:custGeom>
              <a:avLst/>
              <a:gdLst/>
              <a:ahLst/>
              <a:cxnLst/>
              <a:rect l="l" t="t" r="r" b="b"/>
              <a:pathLst>
                <a:path w="1250431" h="1776320">
                  <a:moveTo>
                    <a:pt x="0" y="0"/>
                  </a:moveTo>
                  <a:lnTo>
                    <a:pt x="1247134" y="686624"/>
                  </a:lnTo>
                  <a:lnTo>
                    <a:pt x="1250431" y="1776321"/>
                  </a:lnTo>
                  <a:lnTo>
                    <a:pt x="3297" y="1089697"/>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68" name="CustomShape 17"/>
            <p:cNvSpPr/>
            <p:nvPr/>
          </p:nvSpPr>
          <p:spPr>
            <a:xfrm>
              <a:off x="7036200" y="2736720"/>
              <a:ext cx="241560" cy="179640"/>
            </a:xfrm>
            <a:custGeom>
              <a:avLst/>
              <a:gdLst/>
              <a:ahLst/>
              <a:cxnLst/>
              <a:rect l="l" t="t" r="r" b="b"/>
              <a:pathLst>
                <a:path w="576995" h="429449">
                  <a:moveTo>
                    <a:pt x="0" y="0"/>
                  </a:moveTo>
                  <a:lnTo>
                    <a:pt x="576995" y="317347"/>
                  </a:lnTo>
                  <a:lnTo>
                    <a:pt x="576995" y="429449"/>
                  </a:lnTo>
                  <a:lnTo>
                    <a:pt x="0" y="112102"/>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69" name="CustomShape 18"/>
            <p:cNvSpPr/>
            <p:nvPr/>
          </p:nvSpPr>
          <p:spPr>
            <a:xfrm>
              <a:off x="7037280" y="2829600"/>
              <a:ext cx="241560" cy="179640"/>
            </a:xfrm>
            <a:custGeom>
              <a:avLst/>
              <a:gdLst/>
              <a:ahLst/>
              <a:cxnLst/>
              <a:rect l="l" t="t" r="r" b="b"/>
              <a:pathLst>
                <a:path w="576995" h="429449">
                  <a:moveTo>
                    <a:pt x="0" y="0"/>
                  </a:moveTo>
                  <a:lnTo>
                    <a:pt x="576995" y="317347"/>
                  </a:lnTo>
                  <a:lnTo>
                    <a:pt x="576995" y="429449"/>
                  </a:lnTo>
                  <a:lnTo>
                    <a:pt x="0" y="112102"/>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0" name="CustomShape 19"/>
            <p:cNvSpPr/>
            <p:nvPr/>
          </p:nvSpPr>
          <p:spPr>
            <a:xfrm>
              <a:off x="7036920" y="2919240"/>
              <a:ext cx="458640" cy="299160"/>
            </a:xfrm>
            <a:custGeom>
              <a:avLst/>
              <a:gdLst/>
              <a:ahLst/>
              <a:cxnLst/>
              <a:rect l="l" t="t" r="r" b="b"/>
              <a:pathLst>
                <a:path w="1094642" h="714649">
                  <a:moveTo>
                    <a:pt x="0" y="0"/>
                  </a:moveTo>
                  <a:lnTo>
                    <a:pt x="1094643" y="602548"/>
                  </a:lnTo>
                  <a:lnTo>
                    <a:pt x="1094643" y="714650"/>
                  </a:lnTo>
                  <a:lnTo>
                    <a:pt x="0" y="112102"/>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1" name="CustomShape 20"/>
            <p:cNvSpPr/>
            <p:nvPr/>
          </p:nvSpPr>
          <p:spPr>
            <a:xfrm>
              <a:off x="6937200" y="2296800"/>
              <a:ext cx="694080" cy="601920"/>
            </a:xfrm>
            <a:custGeom>
              <a:avLst/>
              <a:gdLst/>
              <a:ahLst/>
              <a:cxnLst/>
              <a:rect l="l" t="t" r="r" b="b"/>
              <a:pathLst>
                <a:path w="1655976" h="1435893">
                  <a:moveTo>
                    <a:pt x="0" y="0"/>
                  </a:moveTo>
                  <a:lnTo>
                    <a:pt x="1654328" y="910828"/>
                  </a:lnTo>
                  <a:lnTo>
                    <a:pt x="1655976" y="1435894"/>
                  </a:lnTo>
                  <a:lnTo>
                    <a:pt x="824" y="525890"/>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2" name="CustomShape 21"/>
            <p:cNvSpPr/>
            <p:nvPr/>
          </p:nvSpPr>
          <p:spPr>
            <a:xfrm>
              <a:off x="7022160" y="2414160"/>
              <a:ext cx="87480" cy="129600"/>
            </a:xfrm>
            <a:custGeom>
              <a:avLst/>
              <a:gdLst/>
              <a:ahLst/>
              <a:cxnLst/>
              <a:rect l="l" t="t" r="r" b="b"/>
              <a:pathLst>
                <a:path w="210191" h="310309">
                  <a:moveTo>
                    <a:pt x="210191" y="213266"/>
                  </a:moveTo>
                  <a:cubicBezTo>
                    <a:pt x="210191" y="292397"/>
                    <a:pt x="163207" y="331138"/>
                    <a:pt x="105508" y="298991"/>
                  </a:cubicBezTo>
                  <a:cubicBezTo>
                    <a:pt x="47808" y="266845"/>
                    <a:pt x="0" y="176998"/>
                    <a:pt x="0" y="97043"/>
                  </a:cubicBezTo>
                  <a:cubicBezTo>
                    <a:pt x="0" y="17912"/>
                    <a:pt x="46984" y="-20829"/>
                    <a:pt x="104683" y="11318"/>
                  </a:cubicBezTo>
                  <a:cubicBezTo>
                    <a:pt x="163207" y="43465"/>
                    <a:pt x="210191" y="134136"/>
                    <a:pt x="210191" y="213266"/>
                  </a:cubicBez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3" name="CustomShape 22"/>
            <p:cNvSpPr/>
            <p:nvPr/>
          </p:nvSpPr>
          <p:spPr>
            <a:xfrm>
              <a:off x="7347600" y="2846880"/>
              <a:ext cx="470880" cy="447840"/>
            </a:xfrm>
            <a:custGeom>
              <a:avLst/>
              <a:gdLst/>
              <a:ahLst/>
              <a:cxnLst/>
              <a:rect l="l" t="t" r="r" b="b"/>
              <a:pathLst>
                <a:path w="1123491" h="1069089">
                  <a:moveTo>
                    <a:pt x="1649" y="451705"/>
                  </a:moveTo>
                  <a:lnTo>
                    <a:pt x="0" y="0"/>
                  </a:lnTo>
                  <a:lnTo>
                    <a:pt x="1121843" y="617385"/>
                  </a:lnTo>
                  <a:lnTo>
                    <a:pt x="1123492" y="1069090"/>
                  </a:lnTo>
                  <a:lnTo>
                    <a:pt x="1649" y="451705"/>
                  </a:lnTo>
                  <a:close/>
                </a:path>
              </a:pathLst>
            </a:custGeom>
            <a:gradFill rotWithShape="0">
              <a:gsLst>
                <a:gs pos="0">
                  <a:srgbClr val="FF9E44"/>
                </a:gs>
                <a:gs pos="100000">
                  <a:srgbClr val="FF4093"/>
                </a:gs>
              </a:gsLst>
              <a:lin ang="0"/>
            </a:gradFill>
            <a:ln>
              <a:noFill/>
            </a:ln>
          </p:spPr>
          <p:style>
            <a:lnRef idx="0">
              <a:scrgbClr r="0" g="0" b="0"/>
            </a:lnRef>
            <a:fillRef idx="0">
              <a:scrgbClr r="0" g="0" b="0"/>
            </a:fillRef>
            <a:effectRef idx="0">
              <a:scrgbClr r="0" g="0" b="0"/>
            </a:effectRef>
            <a:fontRef idx="minor"/>
          </p:style>
        </p:sp>
        <p:sp>
          <p:nvSpPr>
            <p:cNvPr id="374" name="CustomShape 23"/>
            <p:cNvSpPr/>
            <p:nvPr/>
          </p:nvSpPr>
          <p:spPr>
            <a:xfrm>
              <a:off x="5785920" y="1645560"/>
              <a:ext cx="1028880" cy="1211760"/>
            </a:xfrm>
            <a:custGeom>
              <a:avLst/>
              <a:gdLst/>
              <a:ahLst/>
              <a:cxnLst/>
              <a:rect l="l" t="t" r="r" b="b"/>
              <a:pathLst>
                <a:path w="2453878" h="2889921">
                  <a:moveTo>
                    <a:pt x="2453054" y="1415287"/>
                  </a:moveTo>
                  <a:lnTo>
                    <a:pt x="0" y="0"/>
                  </a:lnTo>
                  <a:lnTo>
                    <a:pt x="824" y="1278456"/>
                  </a:lnTo>
                  <a:lnTo>
                    <a:pt x="2237093" y="2569277"/>
                  </a:lnTo>
                  <a:lnTo>
                    <a:pt x="2453878" y="2889922"/>
                  </a:lnTo>
                  <a:lnTo>
                    <a:pt x="2453054" y="1415287"/>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375" name="CustomShape 24"/>
            <p:cNvSpPr/>
            <p:nvPr/>
          </p:nvSpPr>
          <p:spPr>
            <a:xfrm>
              <a:off x="5676840" y="1708560"/>
              <a:ext cx="387720" cy="369000"/>
            </a:xfrm>
            <a:custGeom>
              <a:avLst/>
              <a:gdLst/>
              <a:ahLst/>
              <a:cxnLst/>
              <a:rect l="l" t="t" r="r" b="b"/>
              <a:pathLst>
                <a:path w="925665" h="881154">
                  <a:moveTo>
                    <a:pt x="0" y="347021"/>
                  </a:moveTo>
                  <a:lnTo>
                    <a:pt x="0" y="0"/>
                  </a:lnTo>
                  <a:lnTo>
                    <a:pt x="925665" y="534133"/>
                  </a:lnTo>
                  <a:lnTo>
                    <a:pt x="925665" y="881154"/>
                  </a:lnTo>
                  <a:lnTo>
                    <a:pt x="0" y="347021"/>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376" name="CustomShape 25"/>
            <p:cNvSpPr/>
            <p:nvPr/>
          </p:nvSpPr>
          <p:spPr>
            <a:xfrm>
              <a:off x="6323760" y="2086200"/>
              <a:ext cx="224640" cy="176400"/>
            </a:xfrm>
            <a:custGeom>
              <a:avLst/>
              <a:gdLst/>
              <a:ahLst/>
              <a:cxnLst/>
              <a:rect l="l" t="t" r="r" b="b"/>
              <a:pathLst>
                <a:path w="537429" h="422030">
                  <a:moveTo>
                    <a:pt x="537430" y="309929"/>
                  </a:moveTo>
                  <a:lnTo>
                    <a:pt x="0" y="0"/>
                  </a:lnTo>
                  <a:lnTo>
                    <a:pt x="0" y="112102"/>
                  </a:lnTo>
                  <a:lnTo>
                    <a:pt x="537430" y="422031"/>
                  </a:lnTo>
                  <a:lnTo>
                    <a:pt x="537430" y="309929"/>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7" name="CustomShape 26"/>
            <p:cNvSpPr/>
            <p:nvPr/>
          </p:nvSpPr>
          <p:spPr>
            <a:xfrm>
              <a:off x="6114960" y="2059920"/>
              <a:ext cx="434160" cy="297000"/>
            </a:xfrm>
            <a:custGeom>
              <a:avLst/>
              <a:gdLst/>
              <a:ahLst/>
              <a:cxnLst/>
              <a:rect l="l" t="t" r="r" b="b"/>
              <a:pathLst>
                <a:path w="1036118" h="709704">
                  <a:moveTo>
                    <a:pt x="1036119" y="597602"/>
                  </a:moveTo>
                  <a:lnTo>
                    <a:pt x="0" y="0"/>
                  </a:lnTo>
                  <a:lnTo>
                    <a:pt x="0" y="112102"/>
                  </a:lnTo>
                  <a:lnTo>
                    <a:pt x="1036119" y="709704"/>
                  </a:lnTo>
                  <a:lnTo>
                    <a:pt x="1036119" y="597602"/>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8" name="CustomShape 27"/>
            <p:cNvSpPr/>
            <p:nvPr/>
          </p:nvSpPr>
          <p:spPr>
            <a:xfrm>
              <a:off x="6023160" y="2100600"/>
              <a:ext cx="525960" cy="350280"/>
            </a:xfrm>
            <a:custGeom>
              <a:avLst/>
              <a:gdLst/>
              <a:ahLst/>
              <a:cxnLst/>
              <a:rect l="l" t="t" r="r" b="b"/>
              <a:pathLst>
                <a:path w="1255376" h="836643">
                  <a:moveTo>
                    <a:pt x="1255377" y="724541"/>
                  </a:moveTo>
                  <a:lnTo>
                    <a:pt x="0" y="0"/>
                  </a:lnTo>
                  <a:lnTo>
                    <a:pt x="0" y="112102"/>
                  </a:lnTo>
                  <a:lnTo>
                    <a:pt x="1255377" y="836643"/>
                  </a:lnTo>
                  <a:lnTo>
                    <a:pt x="1255377" y="724541"/>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379" name="CustomShape 28"/>
            <p:cNvSpPr/>
            <p:nvPr/>
          </p:nvSpPr>
          <p:spPr>
            <a:xfrm>
              <a:off x="6603480" y="2243880"/>
              <a:ext cx="116280" cy="173160"/>
            </a:xfrm>
            <a:custGeom>
              <a:avLst/>
              <a:gdLst/>
              <a:ahLst/>
              <a:cxnLst/>
              <a:rect l="l" t="t" r="r" b="b"/>
              <a:pathLst>
                <a:path w="278606" h="414354">
                  <a:moveTo>
                    <a:pt x="0" y="126810"/>
                  </a:moveTo>
                  <a:cubicBezTo>
                    <a:pt x="0" y="232318"/>
                    <a:pt x="62645" y="353487"/>
                    <a:pt x="139303" y="397998"/>
                  </a:cubicBezTo>
                  <a:cubicBezTo>
                    <a:pt x="215961" y="442509"/>
                    <a:pt x="278606" y="393052"/>
                    <a:pt x="278606" y="287545"/>
                  </a:cubicBezTo>
                  <a:cubicBezTo>
                    <a:pt x="278606" y="182037"/>
                    <a:pt x="215961" y="60868"/>
                    <a:pt x="139303" y="16357"/>
                  </a:cubicBezTo>
                  <a:cubicBezTo>
                    <a:pt x="62645" y="-28154"/>
                    <a:pt x="0" y="21303"/>
                    <a:pt x="0" y="126810"/>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380" name="CustomShape 29"/>
            <p:cNvSpPr/>
            <p:nvPr/>
          </p:nvSpPr>
          <p:spPr>
            <a:xfrm>
              <a:off x="6337800" y="2783880"/>
              <a:ext cx="288360" cy="393120"/>
            </a:xfrm>
            <a:custGeom>
              <a:avLst/>
              <a:gdLst/>
              <a:ahLst/>
              <a:cxnLst/>
              <a:rect l="l" t="t" r="r" b="b"/>
              <a:pathLst>
                <a:path w="689097" h="938791">
                  <a:moveTo>
                    <a:pt x="344549" y="11931"/>
                  </a:moveTo>
                  <a:cubicBezTo>
                    <a:pt x="394005" y="39956"/>
                    <a:pt x="433571" y="109196"/>
                    <a:pt x="433571" y="166071"/>
                  </a:cubicBezTo>
                  <a:lnTo>
                    <a:pt x="433571" y="417476"/>
                  </a:lnTo>
                  <a:lnTo>
                    <a:pt x="600075" y="513092"/>
                  </a:lnTo>
                  <a:cubicBezTo>
                    <a:pt x="649532" y="541118"/>
                    <a:pt x="689097" y="610357"/>
                    <a:pt x="689097" y="667233"/>
                  </a:cubicBezTo>
                  <a:cubicBezTo>
                    <a:pt x="689097" y="724107"/>
                    <a:pt x="649532" y="747188"/>
                    <a:pt x="600075" y="719162"/>
                  </a:cubicBezTo>
                  <a:lnTo>
                    <a:pt x="433571" y="623546"/>
                  </a:lnTo>
                  <a:lnTo>
                    <a:pt x="433571" y="874951"/>
                  </a:lnTo>
                  <a:cubicBezTo>
                    <a:pt x="433571" y="931826"/>
                    <a:pt x="394005" y="954906"/>
                    <a:pt x="344549" y="926880"/>
                  </a:cubicBezTo>
                  <a:cubicBezTo>
                    <a:pt x="295092" y="898855"/>
                    <a:pt x="255526" y="829616"/>
                    <a:pt x="255526" y="772740"/>
                  </a:cubicBezTo>
                  <a:lnTo>
                    <a:pt x="255526" y="521335"/>
                  </a:lnTo>
                  <a:lnTo>
                    <a:pt x="89022" y="424894"/>
                  </a:lnTo>
                  <a:cubicBezTo>
                    <a:pt x="39565" y="396869"/>
                    <a:pt x="0" y="327630"/>
                    <a:pt x="0" y="270754"/>
                  </a:cubicBezTo>
                  <a:cubicBezTo>
                    <a:pt x="0" y="213879"/>
                    <a:pt x="39565" y="190799"/>
                    <a:pt x="89022" y="218825"/>
                  </a:cubicBezTo>
                  <a:lnTo>
                    <a:pt x="255526" y="314441"/>
                  </a:lnTo>
                  <a:lnTo>
                    <a:pt x="255526" y="63036"/>
                  </a:lnTo>
                  <a:cubicBezTo>
                    <a:pt x="255526" y="6985"/>
                    <a:pt x="295092" y="-16095"/>
                    <a:pt x="344549" y="11931"/>
                  </a:cubicBezTo>
                  <a:close/>
                </a:path>
              </a:pathLst>
            </a:custGeom>
            <a:gradFill rotWithShape="0">
              <a:gsLst>
                <a:gs pos="0">
                  <a:srgbClr val="FFFFFF">
                    <a:alpha val="30196"/>
                  </a:srgbClr>
                </a:gs>
                <a:gs pos="100000">
                  <a:srgbClr val="FFFFFF">
                    <a:alpha val="0"/>
                  </a:srgbClr>
                </a:gs>
              </a:gsLst>
              <a:lin ang="5400000"/>
            </a:gradFill>
            <a:ln>
              <a:noFill/>
            </a:ln>
          </p:spPr>
          <p:style>
            <a:lnRef idx="0">
              <a:scrgbClr r="0" g="0" b="0"/>
            </a:lnRef>
            <a:fillRef idx="0">
              <a:scrgbClr r="0" g="0" b="0"/>
            </a:fillRef>
            <a:effectRef idx="0">
              <a:scrgbClr r="0" g="0" b="0"/>
            </a:effectRef>
            <a:fontRef idx="minor"/>
          </p:style>
        </p:sp>
      </p:gr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CustomShape 1"/>
          <p:cNvSpPr/>
          <p:nvPr/>
        </p:nvSpPr>
        <p:spPr>
          <a:xfrm>
            <a:off x="972000" y="1908000"/>
            <a:ext cx="4247640" cy="1151640"/>
          </a:xfrm>
          <a:prstGeom prst="rect">
            <a:avLst/>
          </a:prstGeom>
          <a:noFill/>
          <a:ln>
            <a:noFill/>
          </a:ln>
          <a:effectLst>
            <a:outerShdw dist="8647" dir="16343157">
              <a:srgbClr val="FF9E44"/>
            </a:outerShdw>
          </a:effectLst>
        </p:spPr>
        <p:style>
          <a:lnRef idx="0">
            <a:scrgbClr r="0" g="0" b="0"/>
          </a:lnRef>
          <a:fillRef idx="0">
            <a:scrgbClr r="0" g="0" b="0"/>
          </a:fillRef>
          <a:effectRef idx="0">
            <a:scrgbClr r="0" g="0" b="0"/>
          </a:effectRef>
          <a:fontRef idx="minor"/>
        </p:style>
        <p:txBody>
          <a:bodyPr lIns="0" tIns="0" rIns="0" bIns="0" anchor="ctr">
            <a:noAutofit/>
          </a:bodyPr>
          <a:lstStyle/>
          <a:p>
            <a:pPr>
              <a:lnSpc>
                <a:spcPct val="115000"/>
              </a:lnSpc>
              <a:spcAft>
                <a:spcPts val="799"/>
              </a:spcAft>
              <a:tabLst>
                <a:tab pos="0" algn="l"/>
              </a:tabLst>
            </a:pPr>
            <a:r>
              <a:rPr lang="en" sz="2400" b="1" i="1" strike="noStrike" spc="-1">
                <a:solidFill>
                  <a:srgbClr val="572D7E"/>
                </a:solidFill>
                <a:latin typeface="Barlow"/>
                <a:ea typeface="Barlow"/>
              </a:rPr>
              <a:t>“Kind words can be short and easy to speak, but their echoes are truly endless.</a:t>
            </a:r>
            <a:endParaRPr lang="en-AU" sz="2400" b="0" strike="noStrike" spc="-1">
              <a:latin typeface="Arial"/>
            </a:endParaRPr>
          </a:p>
          <a:p>
            <a:pPr>
              <a:lnSpc>
                <a:spcPct val="115000"/>
              </a:lnSpc>
              <a:spcAft>
                <a:spcPts val="799"/>
              </a:spcAft>
              <a:tabLst>
                <a:tab pos="0" algn="l"/>
              </a:tabLst>
            </a:pPr>
            <a:r>
              <a:rPr lang="en" sz="2400" b="1" i="1" strike="noStrike" spc="-1">
                <a:solidFill>
                  <a:srgbClr val="572D7E"/>
                </a:solidFill>
                <a:latin typeface="Barlow"/>
                <a:ea typeface="Barlow"/>
              </a:rPr>
              <a:t>If you can't feed a hundred people, then feed just one.</a:t>
            </a:r>
            <a:endParaRPr lang="en-AU" sz="2400" b="0" strike="noStrike" spc="-1">
              <a:latin typeface="Arial"/>
            </a:endParaRPr>
          </a:p>
          <a:p>
            <a:pPr>
              <a:lnSpc>
                <a:spcPct val="115000"/>
              </a:lnSpc>
              <a:spcAft>
                <a:spcPts val="799"/>
              </a:spcAft>
              <a:tabLst>
                <a:tab pos="0" algn="l"/>
              </a:tabLst>
            </a:pPr>
            <a:r>
              <a:rPr lang="en" sz="2400" b="1" i="1" strike="noStrike" spc="-1">
                <a:solidFill>
                  <a:srgbClr val="572D7E"/>
                </a:solidFill>
                <a:latin typeface="Barlow"/>
                <a:ea typeface="Barlow"/>
              </a:rPr>
              <a:t>” - Mother Teresa</a:t>
            </a:r>
            <a:endParaRPr lang="en-AU" sz="2400" b="0" strike="noStrike" spc="-1">
              <a:latin typeface="Arial"/>
            </a:endParaRPr>
          </a:p>
        </p:txBody>
      </p:sp>
      <p:sp>
        <p:nvSpPr>
          <p:cNvPr id="382"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1A8AA180-2A84-476E-927F-51165D402450}" type="slidenum">
              <a:rPr lang="en" sz="1300" b="0" strike="noStrike" spc="-1">
                <a:solidFill>
                  <a:srgbClr val="FF4093"/>
                </a:solidFill>
                <a:latin typeface="Barlow Light"/>
                <a:ea typeface="Barlow Light"/>
              </a:rPr>
              <a:pPr algn="ctr">
                <a:lnSpc>
                  <a:spcPct val="100000"/>
                </a:lnSpc>
                <a:tabLst>
                  <a:tab pos="0" algn="l"/>
                </a:tabLst>
              </a:pPr>
              <a:t>6</a:t>
            </a:fld>
            <a:endParaRPr lang="en-AU" sz="1300" b="0" strike="noStrike" spc="-1">
              <a:latin typeface="Arial"/>
            </a:endParaRPr>
          </a:p>
        </p:txBody>
      </p:sp>
      <p:pic>
        <p:nvPicPr>
          <p:cNvPr id="383" name="Picture 382"/>
          <p:cNvPicPr/>
          <p:nvPr/>
        </p:nvPicPr>
        <p:blipFill>
          <a:blip r:embed="rId2"/>
          <a:stretch/>
        </p:blipFill>
        <p:spPr>
          <a:xfrm>
            <a:off x="5400000" y="897480"/>
            <a:ext cx="3455640" cy="3278160"/>
          </a:xfrm>
          <a:prstGeom prst="rect">
            <a:avLst/>
          </a:prstGeom>
          <a:ln>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CustomShape 1"/>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4B1F3933-C81F-4978-8DD4-13AB0F405B26}" type="slidenum">
              <a:rPr lang="en" sz="1300" b="0" strike="noStrike" spc="-1">
                <a:solidFill>
                  <a:srgbClr val="FF4093"/>
                </a:solidFill>
                <a:latin typeface="Barlow Light"/>
                <a:ea typeface="Barlow Light"/>
              </a:rPr>
              <a:pPr algn="ctr">
                <a:lnSpc>
                  <a:spcPct val="100000"/>
                </a:lnSpc>
                <a:tabLst>
                  <a:tab pos="0" algn="l"/>
                </a:tabLst>
              </a:pPr>
              <a:t>7</a:t>
            </a:fld>
            <a:endParaRPr lang="en-AU" sz="1300" b="0" strike="noStrike" spc="-1">
              <a:latin typeface="Arial"/>
            </a:endParaRPr>
          </a:p>
        </p:txBody>
      </p:sp>
      <p:sp>
        <p:nvSpPr>
          <p:cNvPr id="414" name="CustomShape 2"/>
          <p:cNvSpPr/>
          <p:nvPr/>
        </p:nvSpPr>
        <p:spPr>
          <a:xfrm>
            <a:off x="913320" y="1220760"/>
            <a:ext cx="4393080" cy="151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tabLst>
                <a:tab pos="0" algn="l"/>
              </a:tabLst>
            </a:pPr>
            <a:r>
              <a:rPr lang="en" sz="2400" b="1" strike="noStrike" spc="-1">
                <a:solidFill>
                  <a:srgbClr val="FF9E44"/>
                </a:solidFill>
                <a:latin typeface="Barlow"/>
                <a:ea typeface="Barlow"/>
              </a:rPr>
              <a:t>OUR CONTRIBUTION TOWARDS PROTECTING NATURE</a:t>
            </a:r>
            <a:endParaRPr lang="en-AU" sz="2400" b="0" strike="noStrike" spc="-1">
              <a:latin typeface="Arial"/>
            </a:endParaRPr>
          </a:p>
        </p:txBody>
      </p:sp>
      <p:sp>
        <p:nvSpPr>
          <p:cNvPr id="415" name="CustomShape 3"/>
          <p:cNvSpPr/>
          <p:nvPr/>
        </p:nvSpPr>
        <p:spPr>
          <a:xfrm>
            <a:off x="936000" y="2952000"/>
            <a:ext cx="5111640" cy="151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15000"/>
              </a:lnSpc>
              <a:spcAft>
                <a:spcPts val="799"/>
              </a:spcAft>
              <a:tabLst>
                <a:tab pos="0" algn="l"/>
              </a:tabLst>
            </a:pPr>
            <a:r>
              <a:rPr lang="en" sz="1600" b="0" strike="noStrike" spc="-1" dirty="0">
                <a:solidFill>
                  <a:srgbClr val="FFFFFF"/>
                </a:solidFill>
                <a:latin typeface="Barlow Light"/>
                <a:ea typeface="Barlow Light"/>
              </a:rPr>
              <a:t>From our school days, we’ve been hearing about preserving nature, and raising issues about global warming, deforestation and pollution. </a:t>
            </a:r>
            <a:endParaRPr lang="en-AU" sz="1600" b="0" strike="noStrike" spc="-1" dirty="0">
              <a:latin typeface="Arial"/>
            </a:endParaRPr>
          </a:p>
          <a:p>
            <a:pPr>
              <a:lnSpc>
                <a:spcPct val="115000"/>
              </a:lnSpc>
              <a:spcAft>
                <a:spcPts val="799"/>
              </a:spcAft>
              <a:tabLst>
                <a:tab pos="0" algn="l"/>
              </a:tabLst>
            </a:pPr>
            <a:r>
              <a:rPr lang="en" sz="1600" b="0" strike="noStrike" spc="-1" dirty="0">
                <a:solidFill>
                  <a:srgbClr val="FFFFFF"/>
                </a:solidFill>
                <a:latin typeface="Barlow Light"/>
                <a:ea typeface="Barlow Light"/>
              </a:rPr>
              <a:t>Instead of waiting in hope for a change, we decided to take a step forward in being the change!</a:t>
            </a:r>
            <a:endParaRPr lang="en-AU" sz="1600" b="0" strike="noStrike" spc="-1" dirty="0">
              <a:latin typeface="Arial"/>
            </a:endParaRPr>
          </a:p>
        </p:txBody>
      </p:sp>
      <p:grpSp>
        <p:nvGrpSpPr>
          <p:cNvPr id="416" name="Group 4"/>
          <p:cNvGrpSpPr/>
          <p:nvPr/>
        </p:nvGrpSpPr>
        <p:grpSpPr>
          <a:xfrm>
            <a:off x="5175000" y="491760"/>
            <a:ext cx="3776760" cy="4654800"/>
            <a:chOff x="5175000" y="491760"/>
            <a:chExt cx="3776760" cy="4654800"/>
          </a:xfrm>
        </p:grpSpPr>
        <p:sp>
          <p:nvSpPr>
            <p:cNvPr id="417" name="CustomShape 5"/>
            <p:cNvSpPr/>
            <p:nvPr/>
          </p:nvSpPr>
          <p:spPr>
            <a:xfrm>
              <a:off x="6838200" y="491760"/>
              <a:ext cx="693360" cy="2514600"/>
            </a:xfrm>
            <a:custGeom>
              <a:avLst/>
              <a:gdLst/>
              <a:ahLst/>
              <a:cxnLst/>
              <a:rect l="l" t="t" r="r" b="b"/>
              <a:pathLst>
                <a:path w="1019671" h="3694319">
                  <a:moveTo>
                    <a:pt x="399309" y="3567369"/>
                  </a:moveTo>
                  <a:cubicBezTo>
                    <a:pt x="-431720" y="380179"/>
                    <a:pt x="251391" y="108815"/>
                    <a:pt x="510247" y="0"/>
                  </a:cubicBezTo>
                  <a:cubicBezTo>
                    <a:pt x="768430" y="407047"/>
                    <a:pt x="1451541" y="1465637"/>
                    <a:pt x="619840" y="3694320"/>
                  </a:cubicBezTo>
                  <a:lnTo>
                    <a:pt x="399309" y="3567369"/>
                  </a:ln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418" name="CustomShape 6"/>
            <p:cNvSpPr/>
            <p:nvPr/>
          </p:nvSpPr>
          <p:spPr>
            <a:xfrm>
              <a:off x="7203960" y="2366640"/>
              <a:ext cx="250560" cy="704520"/>
            </a:xfrm>
            <a:custGeom>
              <a:avLst/>
              <a:gdLst/>
              <a:ahLst/>
              <a:cxnLst/>
              <a:rect l="l" t="t" r="r" b="b"/>
              <a:pathLst>
                <a:path w="368879" h="1035752">
                  <a:moveTo>
                    <a:pt x="0" y="621989"/>
                  </a:moveTo>
                  <a:cubicBezTo>
                    <a:pt x="115645" y="766403"/>
                    <a:pt x="244064" y="924923"/>
                    <a:pt x="334159" y="1035753"/>
                  </a:cubicBezTo>
                  <a:cubicBezTo>
                    <a:pt x="434340" y="734834"/>
                    <a:pt x="300542" y="314353"/>
                    <a:pt x="151279" y="0"/>
                  </a:cubicBezTo>
                  <a:cubicBezTo>
                    <a:pt x="115645" y="195463"/>
                    <a:pt x="65891" y="402345"/>
                    <a:pt x="0" y="621989"/>
                  </a:cubicBez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419" name="CustomShape 7"/>
            <p:cNvSpPr/>
            <p:nvPr/>
          </p:nvSpPr>
          <p:spPr>
            <a:xfrm>
              <a:off x="6579000" y="2032920"/>
              <a:ext cx="250200" cy="560520"/>
            </a:xfrm>
            <a:custGeom>
              <a:avLst/>
              <a:gdLst/>
              <a:ahLst/>
              <a:cxnLst/>
              <a:rect l="l" t="t" r="r" b="b"/>
              <a:pathLst>
                <a:path w="368315" h="824169">
                  <a:moveTo>
                    <a:pt x="216364" y="0"/>
                  </a:moveTo>
                  <a:cubicBezTo>
                    <a:pt x="67774" y="142399"/>
                    <a:pt x="-65352" y="408390"/>
                    <a:pt x="34828" y="824169"/>
                  </a:cubicBezTo>
                  <a:cubicBezTo>
                    <a:pt x="124924" y="816780"/>
                    <a:pt x="252671" y="806705"/>
                    <a:pt x="368315" y="795958"/>
                  </a:cubicBezTo>
                  <a:cubicBezTo>
                    <a:pt x="302425" y="500412"/>
                    <a:pt x="252671" y="236437"/>
                    <a:pt x="216364" y="0"/>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20" name="CustomShape 8"/>
            <p:cNvSpPr/>
            <p:nvPr/>
          </p:nvSpPr>
          <p:spPr>
            <a:xfrm>
              <a:off x="6671880" y="616320"/>
              <a:ext cx="693360" cy="2514600"/>
            </a:xfrm>
            <a:custGeom>
              <a:avLst/>
              <a:gdLst/>
              <a:ahLst/>
              <a:cxnLst/>
              <a:rect l="l" t="t" r="r" b="b"/>
              <a:pathLst>
                <a:path w="1019507" h="3694319">
                  <a:moveTo>
                    <a:pt x="399145" y="3567369"/>
                  </a:moveTo>
                  <a:cubicBezTo>
                    <a:pt x="-431884" y="379507"/>
                    <a:pt x="251899" y="108815"/>
                    <a:pt x="510083" y="0"/>
                  </a:cubicBezTo>
                  <a:cubicBezTo>
                    <a:pt x="768266" y="407047"/>
                    <a:pt x="1451377" y="1465637"/>
                    <a:pt x="619676" y="3694319"/>
                  </a:cubicBezTo>
                  <a:lnTo>
                    <a:pt x="399145" y="3567369"/>
                  </a:lnTo>
                  <a:close/>
                </a:path>
              </a:pathLst>
            </a:custGeom>
            <a:gradFill rotWithShape="0">
              <a:gsLst>
                <a:gs pos="1000">
                  <a:srgbClr val="FFFFFF">
                    <a:alpha val="10196"/>
                  </a:srgbClr>
                </a:gs>
                <a:gs pos="100000">
                  <a:srgbClr val="FFFFFF">
                    <a:alpha val="40000"/>
                  </a:srgbClr>
                </a:gs>
              </a:gsLst>
              <a:lin ang="17400000"/>
            </a:gradFill>
            <a:ln>
              <a:noFill/>
            </a:ln>
          </p:spPr>
          <p:style>
            <a:lnRef idx="0">
              <a:scrgbClr r="0" g="0" b="0"/>
            </a:lnRef>
            <a:fillRef idx="0">
              <a:scrgbClr r="0" g="0" b="0"/>
            </a:fillRef>
            <a:effectRef idx="0">
              <a:scrgbClr r="0" g="0" b="0"/>
            </a:effectRef>
            <a:fontRef idx="minor"/>
          </p:style>
        </p:sp>
        <p:sp>
          <p:nvSpPr>
            <p:cNvPr id="421" name="CustomShape 9"/>
            <p:cNvSpPr/>
            <p:nvPr/>
          </p:nvSpPr>
          <p:spPr>
            <a:xfrm>
              <a:off x="7018200" y="616320"/>
              <a:ext cx="345960" cy="2514600"/>
            </a:xfrm>
            <a:custGeom>
              <a:avLst/>
              <a:gdLst/>
              <a:ahLst/>
              <a:cxnLst/>
              <a:rect l="l" t="t" r="r" b="b"/>
              <a:pathLst>
                <a:path w="509424" h="3694319">
                  <a:moveTo>
                    <a:pt x="109593" y="3694319"/>
                  </a:moveTo>
                  <a:cubicBezTo>
                    <a:pt x="941294" y="1465637"/>
                    <a:pt x="258183" y="407047"/>
                    <a:pt x="0" y="0"/>
                  </a:cubicBezTo>
                  <a:lnTo>
                    <a:pt x="0" y="3631180"/>
                  </a:lnTo>
                  <a:lnTo>
                    <a:pt x="109593" y="3694319"/>
                  </a:lnTo>
                  <a:close/>
                </a:path>
              </a:pathLst>
            </a:custGeom>
            <a:gradFill rotWithShape="0">
              <a:gsLst>
                <a:gs pos="0">
                  <a:srgbClr val="FFFFFF">
                    <a:alpha val="30196"/>
                  </a:srgbClr>
                </a:gs>
                <a:gs pos="100000">
                  <a:srgbClr val="FFFFFF">
                    <a:alpha val="0"/>
                  </a:srgbClr>
                </a:gs>
              </a:gsLst>
              <a:lin ang="5400000"/>
            </a:gradFill>
            <a:ln>
              <a:noFill/>
            </a:ln>
          </p:spPr>
          <p:style>
            <a:lnRef idx="0">
              <a:scrgbClr r="0" g="0" b="0"/>
            </a:lnRef>
            <a:fillRef idx="0">
              <a:scrgbClr r="0" g="0" b="0"/>
            </a:fillRef>
            <a:effectRef idx="0">
              <a:scrgbClr r="0" g="0" b="0"/>
            </a:effectRef>
            <a:fontRef idx="minor"/>
          </p:style>
        </p:sp>
        <p:sp>
          <p:nvSpPr>
            <p:cNvPr id="422" name="CustomShape 10"/>
            <p:cNvSpPr/>
            <p:nvPr/>
          </p:nvSpPr>
          <p:spPr>
            <a:xfrm>
              <a:off x="6839280" y="1019520"/>
              <a:ext cx="347040" cy="518400"/>
            </a:xfrm>
            <a:custGeom>
              <a:avLst/>
              <a:gdLst/>
              <a:ahLst/>
              <a:cxnLst/>
              <a:rect l="l" t="t" r="r" b="b"/>
              <a:pathLst>
                <a:path w="510988" h="762629">
                  <a:moveTo>
                    <a:pt x="510988" y="528752"/>
                  </a:moveTo>
                  <a:cubicBezTo>
                    <a:pt x="510988" y="722871"/>
                    <a:pt x="396688" y="814222"/>
                    <a:pt x="255494" y="732947"/>
                  </a:cubicBezTo>
                  <a:cubicBezTo>
                    <a:pt x="114300" y="651672"/>
                    <a:pt x="0" y="427997"/>
                    <a:pt x="0" y="233878"/>
                  </a:cubicBezTo>
                  <a:cubicBezTo>
                    <a:pt x="0" y="39758"/>
                    <a:pt x="114300" y="-51592"/>
                    <a:pt x="255494" y="29683"/>
                  </a:cubicBezTo>
                  <a:cubicBezTo>
                    <a:pt x="396688" y="110958"/>
                    <a:pt x="510988" y="334632"/>
                    <a:pt x="510988" y="528752"/>
                  </a:cubicBezTo>
                  <a:close/>
                </a:path>
              </a:pathLst>
            </a:custGeom>
            <a:gradFill rotWithShape="0">
              <a:gsLst>
                <a:gs pos="0">
                  <a:srgbClr val="FF9E44"/>
                </a:gs>
                <a:gs pos="100000">
                  <a:srgbClr val="FF4093"/>
                </a:gs>
              </a:gsLst>
              <a:lin ang="0"/>
            </a:gradFill>
            <a:ln>
              <a:noFill/>
            </a:ln>
          </p:spPr>
          <p:style>
            <a:lnRef idx="0">
              <a:scrgbClr r="0" g="0" b="0"/>
            </a:lnRef>
            <a:fillRef idx="0">
              <a:scrgbClr r="0" g="0" b="0"/>
            </a:fillRef>
            <a:effectRef idx="0">
              <a:scrgbClr r="0" g="0" b="0"/>
            </a:effectRef>
            <a:fontRef idx="minor"/>
          </p:style>
        </p:sp>
        <p:sp>
          <p:nvSpPr>
            <p:cNvPr id="423" name="CustomShape 11"/>
            <p:cNvSpPr/>
            <p:nvPr/>
          </p:nvSpPr>
          <p:spPr>
            <a:xfrm>
              <a:off x="5923440" y="3219480"/>
              <a:ext cx="2002320" cy="1927080"/>
            </a:xfrm>
            <a:custGeom>
              <a:avLst/>
              <a:gdLst/>
              <a:ahLst/>
              <a:cxnLst/>
              <a:rect l="l" t="t" r="r" b="b"/>
              <a:pathLst>
                <a:path w="2942216" h="2831453">
                  <a:moveTo>
                    <a:pt x="1809974" y="581624"/>
                  </a:moveTo>
                  <a:cubicBezTo>
                    <a:pt x="1751479" y="486244"/>
                    <a:pt x="1723241" y="365339"/>
                    <a:pt x="1698363" y="259211"/>
                  </a:cubicBezTo>
                  <a:cubicBezTo>
                    <a:pt x="1669452" y="136962"/>
                    <a:pt x="1645248" y="32850"/>
                    <a:pt x="1584736" y="6654"/>
                  </a:cubicBezTo>
                  <a:cubicBezTo>
                    <a:pt x="1515484" y="-23573"/>
                    <a:pt x="1484555" y="53001"/>
                    <a:pt x="1440852" y="159128"/>
                  </a:cubicBezTo>
                  <a:lnTo>
                    <a:pt x="1440852" y="159128"/>
                  </a:lnTo>
                  <a:cubicBezTo>
                    <a:pt x="1415303" y="221596"/>
                    <a:pt x="1385047" y="295482"/>
                    <a:pt x="1340672" y="363323"/>
                  </a:cubicBezTo>
                  <a:cubicBezTo>
                    <a:pt x="1292935" y="312946"/>
                    <a:pt x="1242508" y="271301"/>
                    <a:pt x="1189392" y="241075"/>
                  </a:cubicBezTo>
                  <a:cubicBezTo>
                    <a:pt x="966844" y="112781"/>
                    <a:pt x="781274" y="223611"/>
                    <a:pt x="737571" y="488259"/>
                  </a:cubicBezTo>
                  <a:cubicBezTo>
                    <a:pt x="707315" y="465421"/>
                    <a:pt x="677059" y="444598"/>
                    <a:pt x="646131" y="426463"/>
                  </a:cubicBezTo>
                  <a:cubicBezTo>
                    <a:pt x="289112" y="220924"/>
                    <a:pt x="0" y="454002"/>
                    <a:pt x="0" y="948369"/>
                  </a:cubicBezTo>
                  <a:cubicBezTo>
                    <a:pt x="0" y="1442065"/>
                    <a:pt x="289112" y="2008975"/>
                    <a:pt x="645459" y="2214513"/>
                  </a:cubicBezTo>
                  <a:cubicBezTo>
                    <a:pt x="991721" y="2414007"/>
                    <a:pt x="1274781" y="2199736"/>
                    <a:pt x="1290918" y="1735595"/>
                  </a:cubicBezTo>
                  <a:cubicBezTo>
                    <a:pt x="1356136" y="1856500"/>
                    <a:pt x="1442869" y="1957926"/>
                    <a:pt x="1539016" y="2013005"/>
                  </a:cubicBezTo>
                  <a:cubicBezTo>
                    <a:pt x="1563893" y="2027110"/>
                    <a:pt x="1588098" y="2037858"/>
                    <a:pt x="1610958" y="2044575"/>
                  </a:cubicBezTo>
                  <a:cubicBezTo>
                    <a:pt x="1749462" y="2348852"/>
                    <a:pt x="1955875" y="2610813"/>
                    <a:pt x="2186492" y="2743808"/>
                  </a:cubicBezTo>
                  <a:cubicBezTo>
                    <a:pt x="2603351" y="2984275"/>
                    <a:pt x="2941544" y="2712911"/>
                    <a:pt x="2942216" y="2137940"/>
                  </a:cubicBezTo>
                  <a:cubicBezTo>
                    <a:pt x="2942216" y="1562970"/>
                    <a:pt x="2604023" y="901351"/>
                    <a:pt x="2187164" y="660884"/>
                  </a:cubicBezTo>
                  <a:cubicBezTo>
                    <a:pt x="2049332" y="581624"/>
                    <a:pt x="1920912" y="557443"/>
                    <a:pt x="1809974" y="581624"/>
                  </a:cubicBezTo>
                  <a:close/>
                </a:path>
              </a:pathLst>
            </a:custGeom>
            <a:gradFill rotWithShape="0">
              <a:gsLst>
                <a:gs pos="41000">
                  <a:srgbClr val="FFFFFF">
                    <a:alpha val="0"/>
                  </a:srgbClr>
                </a:gs>
                <a:gs pos="100000">
                  <a:srgbClr val="FFFFFF">
                    <a:alpha val="30196"/>
                  </a:srgbClr>
                </a:gs>
              </a:gsLst>
              <a:lin ang="18000000"/>
            </a:gradFill>
            <a:ln>
              <a:noFill/>
            </a:ln>
          </p:spPr>
          <p:style>
            <a:lnRef idx="0">
              <a:scrgbClr r="0" g="0" b="0"/>
            </a:lnRef>
            <a:fillRef idx="0">
              <a:scrgbClr r="0" g="0" b="0"/>
            </a:fillRef>
            <a:effectRef idx="0">
              <a:scrgbClr r="0" g="0" b="0"/>
            </a:effectRef>
            <a:fontRef idx="minor"/>
          </p:style>
        </p:sp>
        <p:sp>
          <p:nvSpPr>
            <p:cNvPr id="424" name="CustomShape 12"/>
            <p:cNvSpPr/>
            <p:nvPr/>
          </p:nvSpPr>
          <p:spPr>
            <a:xfrm>
              <a:off x="7607880" y="2121480"/>
              <a:ext cx="1238760" cy="1359360"/>
            </a:xfrm>
            <a:custGeom>
              <a:avLst/>
              <a:gdLst/>
              <a:ahLst/>
              <a:cxnLst/>
              <a:rect l="l" t="t" r="r" b="b"/>
              <a:pathLst>
                <a:path w="1820731" h="1997618">
                  <a:moveTo>
                    <a:pt x="0" y="0"/>
                  </a:moveTo>
                  <a:lnTo>
                    <a:pt x="1820059" y="1049858"/>
                  </a:lnTo>
                  <a:lnTo>
                    <a:pt x="1820732" y="1997619"/>
                  </a:lnTo>
                  <a:lnTo>
                    <a:pt x="161365" y="1040454"/>
                  </a:lnTo>
                  <a:lnTo>
                    <a:pt x="673" y="1092847"/>
                  </a:lnTo>
                  <a:lnTo>
                    <a:pt x="0" y="0"/>
                  </a:lnTo>
                  <a:close/>
                </a:path>
              </a:pathLst>
            </a:custGeom>
            <a:gradFill rotWithShape="0">
              <a:gsLst>
                <a:gs pos="0">
                  <a:srgbClr val="FFFFFF">
                    <a:alpha val="30196"/>
                  </a:srgbClr>
                </a:gs>
                <a:gs pos="100000">
                  <a:srgbClr val="FFFFFF">
                    <a:alpha val="0"/>
                  </a:srgbClr>
                </a:gs>
              </a:gsLst>
              <a:lin ang="0"/>
            </a:gradFill>
            <a:ln>
              <a:noFill/>
            </a:ln>
          </p:spPr>
          <p:style>
            <a:lnRef idx="0">
              <a:scrgbClr r="0" g="0" b="0"/>
            </a:lnRef>
            <a:fillRef idx="0">
              <a:scrgbClr r="0" g="0" b="0"/>
            </a:fillRef>
            <a:effectRef idx="0">
              <a:scrgbClr r="0" g="0" b="0"/>
            </a:effectRef>
            <a:fontRef idx="minor"/>
          </p:style>
        </p:sp>
        <p:sp>
          <p:nvSpPr>
            <p:cNvPr id="425" name="CustomShape 13"/>
            <p:cNvSpPr/>
            <p:nvPr/>
          </p:nvSpPr>
          <p:spPr>
            <a:xfrm>
              <a:off x="8484480" y="2772720"/>
              <a:ext cx="467280" cy="444240"/>
            </a:xfrm>
            <a:custGeom>
              <a:avLst/>
              <a:gdLst/>
              <a:ahLst/>
              <a:cxnLst/>
              <a:rect l="l" t="t" r="r" b="b"/>
              <a:pathLst>
                <a:path w="687144" h="653558">
                  <a:moveTo>
                    <a:pt x="0" y="257259"/>
                  </a:moveTo>
                  <a:lnTo>
                    <a:pt x="0" y="0"/>
                  </a:lnTo>
                  <a:lnTo>
                    <a:pt x="687145" y="396300"/>
                  </a:lnTo>
                  <a:lnTo>
                    <a:pt x="687145" y="653559"/>
                  </a:lnTo>
                  <a:lnTo>
                    <a:pt x="0" y="257259"/>
                  </a:ln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426" name="CustomShape 14"/>
            <p:cNvSpPr/>
            <p:nvPr/>
          </p:nvSpPr>
          <p:spPr>
            <a:xfrm>
              <a:off x="7925760" y="2460960"/>
              <a:ext cx="270720" cy="212400"/>
            </a:xfrm>
            <a:custGeom>
              <a:avLst/>
              <a:gdLst/>
              <a:ahLst/>
              <a:cxnLst/>
              <a:rect l="l" t="t" r="r" b="b"/>
              <a:pathLst>
                <a:path w="398705" h="313009">
                  <a:moveTo>
                    <a:pt x="0" y="0"/>
                  </a:moveTo>
                  <a:lnTo>
                    <a:pt x="398705" y="229719"/>
                  </a:lnTo>
                  <a:lnTo>
                    <a:pt x="398705" y="313009"/>
                  </a:lnTo>
                  <a:lnTo>
                    <a:pt x="0" y="83290"/>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27" name="CustomShape 15"/>
            <p:cNvSpPr/>
            <p:nvPr/>
          </p:nvSpPr>
          <p:spPr>
            <a:xfrm>
              <a:off x="7926120" y="2574000"/>
              <a:ext cx="489240" cy="338760"/>
            </a:xfrm>
            <a:custGeom>
              <a:avLst/>
              <a:gdLst/>
              <a:ahLst/>
              <a:cxnLst/>
              <a:rect l="l" t="t" r="r" b="b"/>
              <a:pathLst>
                <a:path w="719417" h="498397">
                  <a:moveTo>
                    <a:pt x="0" y="0"/>
                  </a:moveTo>
                  <a:lnTo>
                    <a:pt x="719418" y="415107"/>
                  </a:lnTo>
                  <a:lnTo>
                    <a:pt x="719418" y="498397"/>
                  </a:lnTo>
                  <a:lnTo>
                    <a:pt x="0" y="83290"/>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28" name="CustomShape 16"/>
            <p:cNvSpPr/>
            <p:nvPr/>
          </p:nvSpPr>
          <p:spPr>
            <a:xfrm>
              <a:off x="7926120" y="2687400"/>
              <a:ext cx="633240" cy="421920"/>
            </a:xfrm>
            <a:custGeom>
              <a:avLst/>
              <a:gdLst/>
              <a:ahLst/>
              <a:cxnLst/>
              <a:rect l="l" t="t" r="r" b="b"/>
              <a:pathLst>
                <a:path w="931208" h="620645">
                  <a:moveTo>
                    <a:pt x="0" y="0"/>
                  </a:moveTo>
                  <a:lnTo>
                    <a:pt x="931209" y="537356"/>
                  </a:lnTo>
                  <a:lnTo>
                    <a:pt x="931209" y="620646"/>
                  </a:lnTo>
                  <a:lnTo>
                    <a:pt x="0" y="83290"/>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29" name="CustomShape 17"/>
            <p:cNvSpPr/>
            <p:nvPr/>
          </p:nvSpPr>
          <p:spPr>
            <a:xfrm>
              <a:off x="7718400" y="2337120"/>
              <a:ext cx="140400" cy="208080"/>
            </a:xfrm>
            <a:custGeom>
              <a:avLst/>
              <a:gdLst/>
              <a:ahLst/>
              <a:cxnLst/>
              <a:rect l="l" t="t" r="r" b="b"/>
              <a:pathLst>
                <a:path w="207084" h="306860">
                  <a:moveTo>
                    <a:pt x="207085" y="212875"/>
                  </a:moveTo>
                  <a:cubicBezTo>
                    <a:pt x="207085" y="290792"/>
                    <a:pt x="160693" y="327735"/>
                    <a:pt x="103543" y="294822"/>
                  </a:cubicBezTo>
                  <a:cubicBezTo>
                    <a:pt x="46393" y="261909"/>
                    <a:pt x="0" y="171902"/>
                    <a:pt x="0" y="93985"/>
                  </a:cubicBezTo>
                  <a:cubicBezTo>
                    <a:pt x="0" y="16069"/>
                    <a:pt x="46393" y="-20874"/>
                    <a:pt x="103543" y="12039"/>
                  </a:cubicBezTo>
                  <a:cubicBezTo>
                    <a:pt x="161365" y="44952"/>
                    <a:pt x="207085" y="134959"/>
                    <a:pt x="207085" y="212875"/>
                  </a:cubicBez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430" name="CustomShape 18"/>
            <p:cNvSpPr/>
            <p:nvPr/>
          </p:nvSpPr>
          <p:spPr>
            <a:xfrm>
              <a:off x="5306760" y="500040"/>
              <a:ext cx="1238760" cy="1457640"/>
            </a:xfrm>
            <a:custGeom>
              <a:avLst/>
              <a:gdLst/>
              <a:ahLst/>
              <a:cxnLst/>
              <a:rect l="l" t="t" r="r" b="b"/>
              <a:pathLst>
                <a:path w="1820731" h="2142033">
                  <a:moveTo>
                    <a:pt x="1820059" y="1049187"/>
                  </a:moveTo>
                  <a:lnTo>
                    <a:pt x="0" y="0"/>
                  </a:lnTo>
                  <a:lnTo>
                    <a:pt x="672" y="947761"/>
                  </a:lnTo>
                  <a:lnTo>
                    <a:pt x="1660039" y="1904254"/>
                  </a:lnTo>
                  <a:lnTo>
                    <a:pt x="1820732" y="2142034"/>
                  </a:lnTo>
                  <a:lnTo>
                    <a:pt x="1820059" y="1049187"/>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31" name="CustomShape 19"/>
            <p:cNvSpPr/>
            <p:nvPr/>
          </p:nvSpPr>
          <p:spPr>
            <a:xfrm>
              <a:off x="5175000" y="576360"/>
              <a:ext cx="467280" cy="444240"/>
            </a:xfrm>
            <a:custGeom>
              <a:avLst/>
              <a:gdLst/>
              <a:ahLst/>
              <a:cxnLst/>
              <a:rect l="l" t="t" r="r" b="b"/>
              <a:pathLst>
                <a:path w="687144" h="653558">
                  <a:moveTo>
                    <a:pt x="0" y="257259"/>
                  </a:moveTo>
                  <a:lnTo>
                    <a:pt x="0" y="0"/>
                  </a:lnTo>
                  <a:lnTo>
                    <a:pt x="687145" y="396300"/>
                  </a:lnTo>
                  <a:lnTo>
                    <a:pt x="687145" y="653559"/>
                  </a:lnTo>
                  <a:lnTo>
                    <a:pt x="0" y="257259"/>
                  </a:ln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32" name="CustomShape 20"/>
            <p:cNvSpPr/>
            <p:nvPr/>
          </p:nvSpPr>
          <p:spPr>
            <a:xfrm>
              <a:off x="5954040" y="1029960"/>
              <a:ext cx="270720" cy="212400"/>
            </a:xfrm>
            <a:custGeom>
              <a:avLst/>
              <a:gdLst/>
              <a:ahLst/>
              <a:cxnLst/>
              <a:rect l="l" t="t" r="r" b="b"/>
              <a:pathLst>
                <a:path w="398705" h="313009">
                  <a:moveTo>
                    <a:pt x="398705" y="229720"/>
                  </a:moveTo>
                  <a:lnTo>
                    <a:pt x="0" y="0"/>
                  </a:lnTo>
                  <a:lnTo>
                    <a:pt x="0" y="83290"/>
                  </a:lnTo>
                  <a:lnTo>
                    <a:pt x="398705" y="313010"/>
                  </a:lnTo>
                  <a:lnTo>
                    <a:pt x="398705" y="22972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33" name="CustomShape 21"/>
            <p:cNvSpPr/>
            <p:nvPr/>
          </p:nvSpPr>
          <p:spPr>
            <a:xfrm>
              <a:off x="5702760" y="997920"/>
              <a:ext cx="522360" cy="357840"/>
            </a:xfrm>
            <a:custGeom>
              <a:avLst/>
              <a:gdLst/>
              <a:ahLst/>
              <a:cxnLst/>
              <a:rect l="l" t="t" r="r" b="b"/>
              <a:pathLst>
                <a:path w="768499" h="526608">
                  <a:moveTo>
                    <a:pt x="768499" y="443318"/>
                  </a:moveTo>
                  <a:lnTo>
                    <a:pt x="0" y="0"/>
                  </a:lnTo>
                  <a:lnTo>
                    <a:pt x="0" y="83290"/>
                  </a:lnTo>
                  <a:lnTo>
                    <a:pt x="768499" y="526608"/>
                  </a:lnTo>
                  <a:lnTo>
                    <a:pt x="768499" y="443318"/>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34" name="CustomShape 22"/>
            <p:cNvSpPr/>
            <p:nvPr/>
          </p:nvSpPr>
          <p:spPr>
            <a:xfrm>
              <a:off x="5592600" y="1047240"/>
              <a:ext cx="633240" cy="421920"/>
            </a:xfrm>
            <a:custGeom>
              <a:avLst/>
              <a:gdLst/>
              <a:ahLst/>
              <a:cxnLst/>
              <a:rect l="l" t="t" r="r" b="b"/>
              <a:pathLst>
                <a:path w="931208" h="620645">
                  <a:moveTo>
                    <a:pt x="931209" y="537356"/>
                  </a:moveTo>
                  <a:lnTo>
                    <a:pt x="0" y="0"/>
                  </a:lnTo>
                  <a:lnTo>
                    <a:pt x="0" y="83290"/>
                  </a:lnTo>
                  <a:lnTo>
                    <a:pt x="931209" y="620646"/>
                  </a:lnTo>
                  <a:lnTo>
                    <a:pt x="931209" y="537356"/>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35" name="CustomShape 23"/>
            <p:cNvSpPr/>
            <p:nvPr/>
          </p:nvSpPr>
          <p:spPr>
            <a:xfrm>
              <a:off x="6291360" y="1219320"/>
              <a:ext cx="140400" cy="208080"/>
            </a:xfrm>
            <a:custGeom>
              <a:avLst/>
              <a:gdLst/>
              <a:ahLst/>
              <a:cxnLst/>
              <a:rect l="l" t="t" r="r" b="b"/>
              <a:pathLst>
                <a:path w="207084" h="306577">
                  <a:moveTo>
                    <a:pt x="0" y="93703"/>
                  </a:moveTo>
                  <a:cubicBezTo>
                    <a:pt x="0" y="171619"/>
                    <a:pt x="46392" y="261626"/>
                    <a:pt x="103542" y="294539"/>
                  </a:cubicBezTo>
                  <a:cubicBezTo>
                    <a:pt x="160692" y="327452"/>
                    <a:pt x="207085" y="290509"/>
                    <a:pt x="207085" y="212593"/>
                  </a:cubicBezTo>
                  <a:cubicBezTo>
                    <a:pt x="207085" y="134676"/>
                    <a:pt x="160692" y="44669"/>
                    <a:pt x="103542" y="11756"/>
                  </a:cubicBezTo>
                  <a:cubicBezTo>
                    <a:pt x="46392" y="-20485"/>
                    <a:pt x="0" y="15786"/>
                    <a:pt x="0" y="93703"/>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36" name="CustomShape 24"/>
            <p:cNvSpPr/>
            <p:nvPr/>
          </p:nvSpPr>
          <p:spPr>
            <a:xfrm>
              <a:off x="5639760" y="1473840"/>
              <a:ext cx="739440" cy="811080"/>
            </a:xfrm>
            <a:custGeom>
              <a:avLst/>
              <a:gdLst/>
              <a:ahLst/>
              <a:cxnLst/>
              <a:rect l="l" t="t" r="r" b="b"/>
              <a:pathLst>
                <a:path w="1087194" h="1192257">
                  <a:moveTo>
                    <a:pt x="1087195" y="626691"/>
                  </a:moveTo>
                  <a:lnTo>
                    <a:pt x="0" y="0"/>
                  </a:lnTo>
                  <a:lnTo>
                    <a:pt x="0" y="565567"/>
                  </a:lnTo>
                  <a:lnTo>
                    <a:pt x="1087195" y="1192258"/>
                  </a:lnTo>
                  <a:lnTo>
                    <a:pt x="1087195" y="626691"/>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37" name="CustomShape 25"/>
            <p:cNvSpPr/>
            <p:nvPr/>
          </p:nvSpPr>
          <p:spPr>
            <a:xfrm>
              <a:off x="5828760" y="1674720"/>
              <a:ext cx="252720" cy="191880"/>
            </a:xfrm>
            <a:custGeom>
              <a:avLst/>
              <a:gdLst/>
              <a:ahLst/>
              <a:cxnLst/>
              <a:rect l="l" t="t" r="r" b="b"/>
              <a:pathLst>
                <a:path w="372483" h="282783">
                  <a:moveTo>
                    <a:pt x="0" y="0"/>
                  </a:moveTo>
                  <a:lnTo>
                    <a:pt x="372483" y="214942"/>
                  </a:lnTo>
                  <a:lnTo>
                    <a:pt x="372483" y="282783"/>
                  </a:lnTo>
                  <a:lnTo>
                    <a:pt x="0" y="67841"/>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38" name="CustomShape 26"/>
            <p:cNvSpPr/>
            <p:nvPr/>
          </p:nvSpPr>
          <p:spPr>
            <a:xfrm>
              <a:off x="5828760" y="1767240"/>
              <a:ext cx="473400" cy="319320"/>
            </a:xfrm>
            <a:custGeom>
              <a:avLst/>
              <a:gdLst/>
              <a:ahLst/>
              <a:cxnLst/>
              <a:rect l="l" t="t" r="r" b="b"/>
              <a:pathLst>
                <a:path w="696557" h="470186">
                  <a:moveTo>
                    <a:pt x="0" y="0"/>
                  </a:moveTo>
                  <a:lnTo>
                    <a:pt x="696558" y="401673"/>
                  </a:lnTo>
                  <a:lnTo>
                    <a:pt x="696558" y="470186"/>
                  </a:lnTo>
                  <a:lnTo>
                    <a:pt x="0" y="68513"/>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39" name="CustomShape 27"/>
            <p:cNvSpPr/>
            <p:nvPr/>
          </p:nvSpPr>
          <p:spPr>
            <a:xfrm>
              <a:off x="5706000" y="1602000"/>
              <a:ext cx="83520" cy="124200"/>
            </a:xfrm>
            <a:custGeom>
              <a:avLst/>
              <a:gdLst/>
              <a:ahLst/>
              <a:cxnLst/>
              <a:rect l="l" t="t" r="r" b="b"/>
              <a:pathLst>
                <a:path w="123712" h="183417">
                  <a:moveTo>
                    <a:pt x="123713" y="127308"/>
                  </a:moveTo>
                  <a:cubicBezTo>
                    <a:pt x="123713" y="173655"/>
                    <a:pt x="96146" y="195821"/>
                    <a:pt x="61856" y="176342"/>
                  </a:cubicBezTo>
                  <a:cubicBezTo>
                    <a:pt x="27566" y="156863"/>
                    <a:pt x="0" y="103127"/>
                    <a:pt x="0" y="56109"/>
                  </a:cubicBezTo>
                  <a:cubicBezTo>
                    <a:pt x="0" y="9762"/>
                    <a:pt x="27566" y="-12404"/>
                    <a:pt x="61856" y="7075"/>
                  </a:cubicBezTo>
                  <a:cubicBezTo>
                    <a:pt x="95474" y="27226"/>
                    <a:pt x="123713" y="80961"/>
                    <a:pt x="123713" y="127308"/>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40" name="CustomShape 28"/>
            <p:cNvSpPr/>
            <p:nvPr/>
          </p:nvSpPr>
          <p:spPr>
            <a:xfrm>
              <a:off x="7831800" y="1763640"/>
              <a:ext cx="739440" cy="811440"/>
            </a:xfrm>
            <a:custGeom>
              <a:avLst/>
              <a:gdLst/>
              <a:ahLst/>
              <a:cxnLst/>
              <a:rect l="l" t="t" r="r" b="b"/>
              <a:pathLst>
                <a:path w="1087194" h="1192929">
                  <a:moveTo>
                    <a:pt x="1087195" y="626691"/>
                  </a:moveTo>
                  <a:lnTo>
                    <a:pt x="0" y="0"/>
                  </a:lnTo>
                  <a:lnTo>
                    <a:pt x="0" y="565567"/>
                  </a:lnTo>
                  <a:lnTo>
                    <a:pt x="1087195" y="1192929"/>
                  </a:lnTo>
                  <a:lnTo>
                    <a:pt x="1087195" y="626691"/>
                  </a:lnTo>
                  <a:close/>
                </a:path>
              </a:pathLst>
            </a:custGeom>
            <a:gradFill rotWithShape="0">
              <a:gsLst>
                <a:gs pos="0">
                  <a:srgbClr val="FFFFFF">
                    <a:alpha val="30196"/>
                  </a:srgbClr>
                </a:gs>
                <a:gs pos="100000">
                  <a:srgbClr val="FFFFFF">
                    <a:alpha val="0"/>
                  </a:srgbClr>
                </a:gs>
              </a:gsLst>
              <a:lin ang="0"/>
            </a:gradFill>
            <a:ln>
              <a:noFill/>
            </a:ln>
          </p:spPr>
          <p:style>
            <a:lnRef idx="0">
              <a:scrgbClr r="0" g="0" b="0"/>
            </a:lnRef>
            <a:fillRef idx="0">
              <a:scrgbClr r="0" g="0" b="0"/>
            </a:fillRef>
            <a:effectRef idx="0">
              <a:scrgbClr r="0" g="0" b="0"/>
            </a:effectRef>
            <a:fontRef idx="minor"/>
          </p:style>
        </p:sp>
        <p:sp>
          <p:nvSpPr>
            <p:cNvPr id="441" name="CustomShape 29"/>
            <p:cNvSpPr/>
            <p:nvPr/>
          </p:nvSpPr>
          <p:spPr>
            <a:xfrm>
              <a:off x="8020800" y="1965240"/>
              <a:ext cx="252720" cy="191880"/>
            </a:xfrm>
            <a:custGeom>
              <a:avLst/>
              <a:gdLst/>
              <a:ahLst/>
              <a:cxnLst/>
              <a:rect l="l" t="t" r="r" b="b"/>
              <a:pathLst>
                <a:path w="372483" h="282783">
                  <a:moveTo>
                    <a:pt x="0" y="0"/>
                  </a:moveTo>
                  <a:lnTo>
                    <a:pt x="372483" y="214942"/>
                  </a:lnTo>
                  <a:lnTo>
                    <a:pt x="372483" y="282783"/>
                  </a:lnTo>
                  <a:lnTo>
                    <a:pt x="0" y="67841"/>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42" name="CustomShape 30"/>
            <p:cNvSpPr/>
            <p:nvPr/>
          </p:nvSpPr>
          <p:spPr>
            <a:xfrm>
              <a:off x="8021160" y="2057760"/>
              <a:ext cx="473400" cy="319320"/>
            </a:xfrm>
            <a:custGeom>
              <a:avLst/>
              <a:gdLst/>
              <a:ahLst/>
              <a:cxnLst/>
              <a:rect l="l" t="t" r="r" b="b"/>
              <a:pathLst>
                <a:path w="696557" h="470186">
                  <a:moveTo>
                    <a:pt x="0" y="0"/>
                  </a:moveTo>
                  <a:lnTo>
                    <a:pt x="696558" y="401673"/>
                  </a:lnTo>
                  <a:lnTo>
                    <a:pt x="696558" y="470186"/>
                  </a:lnTo>
                  <a:lnTo>
                    <a:pt x="0" y="68513"/>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43" name="CustomShape 31"/>
            <p:cNvSpPr/>
            <p:nvPr/>
          </p:nvSpPr>
          <p:spPr>
            <a:xfrm>
              <a:off x="7897680" y="1892520"/>
              <a:ext cx="83520" cy="124200"/>
            </a:xfrm>
            <a:custGeom>
              <a:avLst/>
              <a:gdLst/>
              <a:ahLst/>
              <a:cxnLst/>
              <a:rect l="l" t="t" r="r" b="b"/>
              <a:pathLst>
                <a:path w="123713" h="183417">
                  <a:moveTo>
                    <a:pt x="123713" y="127308"/>
                  </a:moveTo>
                  <a:cubicBezTo>
                    <a:pt x="123713" y="173655"/>
                    <a:pt x="96146" y="195821"/>
                    <a:pt x="61857" y="176342"/>
                  </a:cubicBezTo>
                  <a:cubicBezTo>
                    <a:pt x="27567" y="156863"/>
                    <a:pt x="0" y="103127"/>
                    <a:pt x="0" y="56109"/>
                  </a:cubicBezTo>
                  <a:cubicBezTo>
                    <a:pt x="0" y="9762"/>
                    <a:pt x="27567" y="-12404"/>
                    <a:pt x="61857" y="7075"/>
                  </a:cubicBezTo>
                  <a:cubicBezTo>
                    <a:pt x="96146" y="27226"/>
                    <a:pt x="123713" y="80961"/>
                    <a:pt x="123713" y="127308"/>
                  </a:cubicBezTo>
                  <a:close/>
                </a:path>
              </a:pathLst>
            </a:custGeom>
            <a:solidFill>
              <a:schemeClr val="accent2"/>
            </a:solidFill>
            <a:ln>
              <a:noFill/>
            </a:ln>
          </p:spPr>
          <p:style>
            <a:lnRef idx="0">
              <a:scrgbClr r="0" g="0" b="0"/>
            </a:lnRef>
            <a:fillRef idx="0">
              <a:scrgbClr r="0" g="0" b="0"/>
            </a:fillRef>
            <a:effectRef idx="0">
              <a:scrgbClr r="0" g="0" b="0"/>
            </a:effectRef>
            <a:fontRef idx="minor"/>
          </p:style>
        </p:sp>
      </p:gr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CustomShape 1"/>
          <p:cNvSpPr/>
          <p:nvPr/>
        </p:nvSpPr>
        <p:spPr>
          <a:xfrm>
            <a:off x="855360" y="1353960"/>
            <a:ext cx="2478960" cy="3417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2000" b="1" u="sng" strike="noStrike" spc="-1">
                <a:solidFill>
                  <a:srgbClr val="FFFFFF"/>
                </a:solidFill>
                <a:uFillTx/>
                <a:latin typeface="Barlow Light"/>
                <a:ea typeface="Barlow Light"/>
              </a:rPr>
              <a:t>Planting Trees</a:t>
            </a:r>
            <a:endParaRPr lang="en-AU" sz="2000" b="0" strike="noStrike" spc="-1">
              <a:latin typeface="Arial"/>
            </a:endParaRPr>
          </a:p>
          <a:p>
            <a:pPr>
              <a:lnSpc>
                <a:spcPct val="115000"/>
              </a:lnSpc>
              <a:spcBef>
                <a:spcPts val="799"/>
              </a:spcBef>
              <a:spcAft>
                <a:spcPts val="799"/>
              </a:spcAft>
              <a:tabLst>
                <a:tab pos="0" algn="l"/>
              </a:tabLst>
            </a:pPr>
            <a:r>
              <a:rPr lang="en" sz="1800" b="0" strike="noStrike" spc="-1">
                <a:solidFill>
                  <a:srgbClr val="BF819E"/>
                </a:solidFill>
                <a:latin typeface="Barlow Light"/>
                <a:ea typeface="Barlow Light"/>
              </a:rPr>
              <a:t>We plant neem trees in areas which have good soil fertility and proper water supply and retainment, on a monthly basis.</a:t>
            </a:r>
            <a:endParaRPr lang="en-AU" sz="1800" b="0" strike="noStrike" spc="-1">
              <a:latin typeface="Arial"/>
            </a:endParaRPr>
          </a:p>
        </p:txBody>
      </p:sp>
      <p:sp>
        <p:nvSpPr>
          <p:cNvPr id="445" name="CustomShape 2"/>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SOME OF OUR WORKS</a:t>
            </a:r>
            <a:endParaRPr lang="en-AU" sz="2400" b="0" strike="noStrike" spc="-1">
              <a:latin typeface="Arial"/>
            </a:endParaRPr>
          </a:p>
        </p:txBody>
      </p:sp>
      <p:sp>
        <p:nvSpPr>
          <p:cNvPr id="446" name="CustomShape 3"/>
          <p:cNvSpPr/>
          <p:nvPr/>
        </p:nvSpPr>
        <p:spPr>
          <a:xfrm>
            <a:off x="3682800" y="1353960"/>
            <a:ext cx="2478960" cy="3417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2000" b="1" u="sng" strike="noStrike" spc="-1">
                <a:solidFill>
                  <a:srgbClr val="FFFFFF"/>
                </a:solidFill>
                <a:uFillTx/>
                <a:latin typeface="Barlow Light"/>
                <a:ea typeface="Barlow Light"/>
              </a:rPr>
              <a:t>Distributing dustbins, soaps, hand-sanitizers</a:t>
            </a:r>
            <a:endParaRPr lang="en-AU" sz="2000" b="0" strike="noStrike" spc="-1">
              <a:latin typeface="Arial"/>
            </a:endParaRPr>
          </a:p>
          <a:p>
            <a:pPr>
              <a:lnSpc>
                <a:spcPct val="115000"/>
              </a:lnSpc>
              <a:spcBef>
                <a:spcPts val="799"/>
              </a:spcBef>
              <a:spcAft>
                <a:spcPts val="799"/>
              </a:spcAft>
              <a:tabLst>
                <a:tab pos="0" algn="l"/>
              </a:tabLst>
            </a:pPr>
            <a:r>
              <a:rPr lang="en" sz="1800" b="0" strike="noStrike" spc="-1">
                <a:solidFill>
                  <a:srgbClr val="BF819E"/>
                </a:solidFill>
                <a:latin typeface="Barlow Light"/>
                <a:ea typeface="Barlow Light"/>
              </a:rPr>
              <a:t>To promote awareness is better than to create awareness. We motivate people to change their livelihood with small steps at a time.</a:t>
            </a:r>
            <a:endParaRPr lang="en-AU" sz="1800" b="0" strike="noStrike" spc="-1">
              <a:latin typeface="Arial"/>
            </a:endParaRPr>
          </a:p>
        </p:txBody>
      </p:sp>
      <p:sp>
        <p:nvSpPr>
          <p:cNvPr id="447" name="CustomShape 4"/>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30E711DD-AE61-4806-813C-0343B3732E31}" type="slidenum">
              <a:rPr lang="en" sz="1300" b="0" strike="noStrike" spc="-1">
                <a:solidFill>
                  <a:srgbClr val="FF4093"/>
                </a:solidFill>
                <a:latin typeface="Barlow Light"/>
                <a:ea typeface="Barlow Light"/>
              </a:rPr>
              <a:pPr algn="ctr">
                <a:lnSpc>
                  <a:spcPct val="100000"/>
                </a:lnSpc>
                <a:tabLst>
                  <a:tab pos="0" algn="l"/>
                </a:tabLst>
              </a:pPr>
              <a:t>8</a:t>
            </a:fld>
            <a:endParaRPr lang="en-AU" sz="1300" b="0" strike="noStrike" spc="-1">
              <a:latin typeface="Arial"/>
            </a:endParaRPr>
          </a:p>
        </p:txBody>
      </p:sp>
      <p:grpSp>
        <p:nvGrpSpPr>
          <p:cNvPr id="448" name="Group 5"/>
          <p:cNvGrpSpPr/>
          <p:nvPr/>
        </p:nvGrpSpPr>
        <p:grpSpPr>
          <a:xfrm>
            <a:off x="6114960" y="720360"/>
            <a:ext cx="2730960" cy="3852000"/>
            <a:chOff x="6114960" y="720360"/>
            <a:chExt cx="2730960" cy="3852000"/>
          </a:xfrm>
        </p:grpSpPr>
        <p:sp>
          <p:nvSpPr>
            <p:cNvPr id="449" name="CustomShape 6"/>
            <p:cNvSpPr/>
            <p:nvPr/>
          </p:nvSpPr>
          <p:spPr>
            <a:xfrm>
              <a:off x="7624800" y="1879200"/>
              <a:ext cx="1221120" cy="1245600"/>
            </a:xfrm>
            <a:custGeom>
              <a:avLst/>
              <a:gdLst/>
              <a:ahLst/>
              <a:cxn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450" name="CustomShape 7"/>
            <p:cNvSpPr/>
            <p:nvPr/>
          </p:nvSpPr>
          <p:spPr>
            <a:xfrm>
              <a:off x="7885440" y="720360"/>
              <a:ext cx="693720" cy="1052640"/>
            </a:xfrm>
            <a:custGeom>
              <a:avLst/>
              <a:gdLst/>
              <a:ahLst/>
              <a:cxnLst/>
              <a:rect l="l" t="t" r="r" b="b"/>
              <a:pathLst>
                <a:path w="1234041" h="1872301">
                  <a:moveTo>
                    <a:pt x="1234041" y="1295980"/>
                  </a:moveTo>
                  <a:cubicBezTo>
                    <a:pt x="1234041" y="1773318"/>
                    <a:pt x="957595" y="1999041"/>
                    <a:pt x="616688" y="1799874"/>
                  </a:cubicBezTo>
                  <a:cubicBezTo>
                    <a:pt x="276446" y="1601370"/>
                    <a:pt x="0" y="1053660"/>
                    <a:pt x="0" y="576322"/>
                  </a:cubicBezTo>
                  <a:cubicBezTo>
                    <a:pt x="0" y="98983"/>
                    <a:pt x="276446" y="-126740"/>
                    <a:pt x="617353" y="72428"/>
                  </a:cubicBezTo>
                  <a:cubicBezTo>
                    <a:pt x="958259" y="270931"/>
                    <a:pt x="1234041" y="819306"/>
                    <a:pt x="1234041" y="1295980"/>
                  </a:cubicBez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451" name="CustomShape 8"/>
            <p:cNvSpPr/>
            <p:nvPr/>
          </p:nvSpPr>
          <p:spPr>
            <a:xfrm>
              <a:off x="7475400" y="1991160"/>
              <a:ext cx="1221120" cy="1245600"/>
            </a:xfrm>
            <a:custGeom>
              <a:avLst/>
              <a:gdLst/>
              <a:ahLst/>
              <a:cxn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gradFill rotWithShape="0">
              <a:gsLst>
                <a:gs pos="0">
                  <a:srgbClr val="FFFFFF">
                    <a:alpha val="40000"/>
                  </a:srgbClr>
                </a:gs>
                <a:gs pos="100000">
                  <a:srgbClr val="FFFFFF">
                    <a:alpha val="0"/>
                  </a:srgbClr>
                </a:gs>
              </a:gsLst>
              <a:lin ang="6600000"/>
            </a:gradFill>
            <a:ln>
              <a:noFill/>
            </a:ln>
          </p:spPr>
          <p:style>
            <a:lnRef idx="0">
              <a:scrgbClr r="0" g="0" b="0"/>
            </a:lnRef>
            <a:fillRef idx="0">
              <a:scrgbClr r="0" g="0" b="0"/>
            </a:fillRef>
            <a:effectRef idx="0">
              <a:scrgbClr r="0" g="0" b="0"/>
            </a:effectRef>
            <a:fontRef idx="minor"/>
          </p:style>
        </p:sp>
        <p:sp>
          <p:nvSpPr>
            <p:cNvPr id="452" name="CustomShape 9"/>
            <p:cNvSpPr/>
            <p:nvPr/>
          </p:nvSpPr>
          <p:spPr>
            <a:xfrm>
              <a:off x="7736040" y="831960"/>
              <a:ext cx="693720" cy="1052640"/>
            </a:xfrm>
            <a:custGeom>
              <a:avLst/>
              <a:gdLst/>
              <a:ahLst/>
              <a:cxnLst/>
              <a:rect l="l" t="t" r="r" b="b"/>
              <a:pathLst>
                <a:path w="1234041" h="1872301">
                  <a:moveTo>
                    <a:pt x="1234041" y="1295980"/>
                  </a:moveTo>
                  <a:cubicBezTo>
                    <a:pt x="1234041" y="1773318"/>
                    <a:pt x="957595" y="1999041"/>
                    <a:pt x="616688" y="1799874"/>
                  </a:cubicBezTo>
                  <a:cubicBezTo>
                    <a:pt x="276447" y="1601370"/>
                    <a:pt x="0" y="1053660"/>
                    <a:pt x="0" y="576322"/>
                  </a:cubicBezTo>
                  <a:cubicBezTo>
                    <a:pt x="0" y="98983"/>
                    <a:pt x="276447" y="-126740"/>
                    <a:pt x="617353" y="72428"/>
                  </a:cubicBezTo>
                  <a:cubicBezTo>
                    <a:pt x="958259" y="270931"/>
                    <a:pt x="1234041" y="819306"/>
                    <a:pt x="1234041" y="1295980"/>
                  </a:cubicBezTo>
                  <a:close/>
                </a:path>
              </a:pathLst>
            </a:custGeom>
            <a:gradFill rotWithShape="0">
              <a:gsLst>
                <a:gs pos="0">
                  <a:srgbClr val="FFFFFF">
                    <a:alpha val="40000"/>
                  </a:srgbClr>
                </a:gs>
                <a:gs pos="100000">
                  <a:srgbClr val="FFFFFF">
                    <a:alpha val="0"/>
                  </a:srgbClr>
                </a:gs>
              </a:gsLst>
              <a:lin ang="6600000"/>
            </a:gradFill>
            <a:ln>
              <a:noFill/>
            </a:ln>
          </p:spPr>
          <p:style>
            <a:lnRef idx="0">
              <a:scrgbClr r="0" g="0" b="0"/>
            </a:lnRef>
            <a:fillRef idx="0">
              <a:scrgbClr r="0" g="0" b="0"/>
            </a:fillRef>
            <a:effectRef idx="0">
              <a:scrgbClr r="0" g="0" b="0"/>
            </a:effectRef>
            <a:fontRef idx="minor"/>
          </p:style>
        </p:sp>
        <p:sp>
          <p:nvSpPr>
            <p:cNvPr id="453" name="CustomShape 10"/>
            <p:cNvSpPr/>
            <p:nvPr/>
          </p:nvSpPr>
          <p:spPr>
            <a:xfrm>
              <a:off x="6114960" y="1799640"/>
              <a:ext cx="695880" cy="763200"/>
            </a:xfrm>
            <a:custGeom>
              <a:avLst/>
              <a:gdLst/>
              <a:ahLst/>
              <a:cxnLst/>
              <a:rect l="l" t="t" r="r" b="b"/>
              <a:pathLst>
                <a:path w="1238028" h="1357658">
                  <a:moveTo>
                    <a:pt x="1237364" y="713683"/>
                  </a:moveTo>
                  <a:lnTo>
                    <a:pt x="0" y="0"/>
                  </a:lnTo>
                  <a:lnTo>
                    <a:pt x="0" y="643975"/>
                  </a:lnTo>
                  <a:lnTo>
                    <a:pt x="1238028" y="1357658"/>
                  </a:lnTo>
                  <a:lnTo>
                    <a:pt x="1237364" y="713683"/>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54" name="CustomShape 11"/>
            <p:cNvSpPr/>
            <p:nvPr/>
          </p:nvSpPr>
          <p:spPr>
            <a:xfrm>
              <a:off x="6176880" y="1920960"/>
              <a:ext cx="78480" cy="116640"/>
            </a:xfrm>
            <a:custGeom>
              <a:avLst/>
              <a:gdLst/>
              <a:ahLst/>
              <a:cxnLst/>
              <a:rect l="l" t="t" r="r" b="b"/>
              <a:pathLst>
                <a:path w="140881" h="208525">
                  <a:moveTo>
                    <a:pt x="140881" y="144760"/>
                  </a:moveTo>
                  <a:cubicBezTo>
                    <a:pt x="140881" y="197872"/>
                    <a:pt x="109648" y="222435"/>
                    <a:pt x="70441" y="200527"/>
                  </a:cubicBezTo>
                  <a:cubicBezTo>
                    <a:pt x="31898" y="177955"/>
                    <a:pt x="0" y="116877"/>
                    <a:pt x="0" y="63765"/>
                  </a:cubicBezTo>
                  <a:cubicBezTo>
                    <a:pt x="0" y="10654"/>
                    <a:pt x="31233" y="-13910"/>
                    <a:pt x="70441" y="7999"/>
                  </a:cubicBezTo>
                  <a:cubicBezTo>
                    <a:pt x="109648" y="30571"/>
                    <a:pt x="140881" y="91649"/>
                    <a:pt x="140881" y="144760"/>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55" name="CustomShape 12"/>
            <p:cNvSpPr/>
            <p:nvPr/>
          </p:nvSpPr>
          <p:spPr>
            <a:xfrm>
              <a:off x="6291720" y="1990800"/>
              <a:ext cx="226800" cy="181080"/>
            </a:xfrm>
            <a:custGeom>
              <a:avLst/>
              <a:gdLst/>
              <a:ahLst/>
              <a:cxnLst/>
              <a:rect l="l" t="t" r="r" b="b"/>
              <a:pathLst>
                <a:path w="404701" h="323315">
                  <a:moveTo>
                    <a:pt x="0" y="0"/>
                  </a:moveTo>
                  <a:lnTo>
                    <a:pt x="404702" y="233026"/>
                  </a:lnTo>
                  <a:lnTo>
                    <a:pt x="404702" y="323315"/>
                  </a:lnTo>
                  <a:lnTo>
                    <a:pt x="0" y="90289"/>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56" name="CustomShape 13"/>
            <p:cNvSpPr/>
            <p:nvPr/>
          </p:nvSpPr>
          <p:spPr>
            <a:xfrm>
              <a:off x="6292800" y="2093040"/>
              <a:ext cx="445320" cy="307440"/>
            </a:xfrm>
            <a:custGeom>
              <a:avLst/>
              <a:gdLst/>
              <a:ahLst/>
              <a:cxnLst/>
              <a:rect l="l" t="t" r="r" b="b"/>
              <a:pathLst>
                <a:path w="792790" h="547710">
                  <a:moveTo>
                    <a:pt x="0" y="0"/>
                  </a:moveTo>
                  <a:lnTo>
                    <a:pt x="792790" y="457421"/>
                  </a:lnTo>
                  <a:lnTo>
                    <a:pt x="792790" y="547711"/>
                  </a:lnTo>
                  <a:lnTo>
                    <a:pt x="0" y="90289"/>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57" name="CustomShape 14"/>
            <p:cNvSpPr/>
            <p:nvPr/>
          </p:nvSpPr>
          <p:spPr>
            <a:xfrm>
              <a:off x="7904880" y="2564280"/>
              <a:ext cx="698760" cy="1907640"/>
            </a:xfrm>
            <a:custGeom>
              <a:avLst/>
              <a:gdLst/>
              <a:ahLst/>
              <a:cxnLst/>
              <a:rect l="l" t="t" r="r" b="b"/>
              <a:pathLst>
                <a:path w="1243344" h="3391822">
                  <a:moveTo>
                    <a:pt x="0" y="0"/>
                  </a:moveTo>
                  <a:lnTo>
                    <a:pt x="1243345" y="717003"/>
                  </a:lnTo>
                  <a:lnTo>
                    <a:pt x="1243345" y="3391822"/>
                  </a:lnTo>
                  <a:lnTo>
                    <a:pt x="0" y="2675483"/>
                  </a:lnTo>
                  <a:lnTo>
                    <a:pt x="0" y="0"/>
                  </a:ln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458" name="CustomShape 15"/>
            <p:cNvSpPr/>
            <p:nvPr/>
          </p:nvSpPr>
          <p:spPr>
            <a:xfrm>
              <a:off x="7788240" y="2664720"/>
              <a:ext cx="699120" cy="1907640"/>
            </a:xfrm>
            <a:custGeom>
              <a:avLst/>
              <a:gdLst/>
              <a:ahLst/>
              <a:cxn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scrgbClr r="0" g="0" b="0"/>
            </a:lnRef>
            <a:fillRef idx="0">
              <a:scrgbClr r="0" g="0" b="0"/>
            </a:fillRef>
            <a:effectRef idx="0">
              <a:scrgbClr r="0" g="0" b="0"/>
            </a:effectRef>
            <a:fontRef idx="minor"/>
          </p:style>
        </p:sp>
        <p:sp>
          <p:nvSpPr>
            <p:cNvPr id="459" name="CustomShape 16"/>
            <p:cNvSpPr/>
            <p:nvPr/>
          </p:nvSpPr>
          <p:spPr>
            <a:xfrm>
              <a:off x="7855920" y="3615480"/>
              <a:ext cx="561240" cy="374040"/>
            </a:xfrm>
            <a:custGeom>
              <a:avLst/>
              <a:gdLst/>
              <a:ahLst/>
              <a:cxnLst/>
              <a:rect l="l" t="t" r="r" b="b"/>
              <a:pathLst>
                <a:path w="998795" h="665883">
                  <a:moveTo>
                    <a:pt x="0" y="0"/>
                  </a:moveTo>
                  <a:lnTo>
                    <a:pt x="998796" y="575594"/>
                  </a:lnTo>
                  <a:lnTo>
                    <a:pt x="998796" y="665883"/>
                  </a:lnTo>
                  <a:lnTo>
                    <a:pt x="0" y="90290"/>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60" name="CustomShape 17"/>
            <p:cNvSpPr/>
            <p:nvPr/>
          </p:nvSpPr>
          <p:spPr>
            <a:xfrm>
              <a:off x="7895160" y="3737160"/>
              <a:ext cx="482760" cy="328680"/>
            </a:xfrm>
            <a:custGeom>
              <a:avLst/>
              <a:gdLst/>
              <a:ahLst/>
              <a:cxnLst/>
              <a:rect l="l" t="t" r="r" b="b"/>
              <a:pathLst>
                <a:path w="859243" h="585552">
                  <a:moveTo>
                    <a:pt x="0" y="0"/>
                  </a:moveTo>
                  <a:lnTo>
                    <a:pt x="859243" y="495263"/>
                  </a:lnTo>
                  <a:lnTo>
                    <a:pt x="859243" y="585552"/>
                  </a:lnTo>
                  <a:lnTo>
                    <a:pt x="0" y="90289"/>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61" name="CustomShape 18"/>
            <p:cNvSpPr/>
            <p:nvPr/>
          </p:nvSpPr>
          <p:spPr>
            <a:xfrm>
              <a:off x="7982280" y="3166200"/>
              <a:ext cx="311040" cy="467280"/>
            </a:xfrm>
            <a:custGeom>
              <a:avLst/>
              <a:gdLst/>
              <a:ahLst/>
              <a:cxnLst/>
              <a:rect l="l" t="t" r="r" b="b"/>
              <a:pathLst>
                <a:path w="554222" h="831619">
                  <a:moveTo>
                    <a:pt x="554222" y="575808"/>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8"/>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62" name="CustomShape 19"/>
            <p:cNvSpPr/>
            <p:nvPr/>
          </p:nvSpPr>
          <p:spPr>
            <a:xfrm>
              <a:off x="7036560" y="1356120"/>
              <a:ext cx="698760" cy="1907640"/>
            </a:xfrm>
            <a:custGeom>
              <a:avLst/>
              <a:gdLst/>
              <a:ahLst/>
              <a:cxnLst/>
              <a:rect l="l" t="t" r="r" b="b"/>
              <a:pathLst>
                <a:path w="1243344" h="3391821">
                  <a:moveTo>
                    <a:pt x="0" y="0"/>
                  </a:moveTo>
                  <a:lnTo>
                    <a:pt x="1243345" y="717003"/>
                  </a:lnTo>
                  <a:lnTo>
                    <a:pt x="1243345" y="3391822"/>
                  </a:lnTo>
                  <a:lnTo>
                    <a:pt x="0" y="2674819"/>
                  </a:lnTo>
                  <a:lnTo>
                    <a:pt x="0" y="0"/>
                  </a:lnTo>
                  <a:close/>
                </a:path>
              </a:pathLst>
            </a:custGeom>
            <a:solidFill>
              <a:srgbClr val="FFFFFF">
                <a:alpha val="10000"/>
              </a:srgbClr>
            </a:solidFill>
            <a:ln>
              <a:noFill/>
            </a:ln>
          </p:spPr>
          <p:style>
            <a:lnRef idx="0">
              <a:scrgbClr r="0" g="0" b="0"/>
            </a:lnRef>
            <a:fillRef idx="0">
              <a:scrgbClr r="0" g="0" b="0"/>
            </a:fillRef>
            <a:effectRef idx="0">
              <a:scrgbClr r="0" g="0" b="0"/>
            </a:effectRef>
            <a:fontRef idx="minor"/>
          </p:style>
        </p:sp>
        <p:sp>
          <p:nvSpPr>
            <p:cNvPr id="463" name="CustomShape 20"/>
            <p:cNvSpPr/>
            <p:nvPr/>
          </p:nvSpPr>
          <p:spPr>
            <a:xfrm>
              <a:off x="6919920" y="1458000"/>
              <a:ext cx="699120" cy="1907640"/>
            </a:xfrm>
            <a:custGeom>
              <a:avLst/>
              <a:gdLst/>
              <a:ahLst/>
              <a:cxn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scrgbClr r="0" g="0" b="0"/>
            </a:lnRef>
            <a:fillRef idx="0">
              <a:scrgbClr r="0" g="0" b="0"/>
            </a:fillRef>
            <a:effectRef idx="0">
              <a:scrgbClr r="0" g="0" b="0"/>
            </a:effectRef>
            <a:fontRef idx="minor"/>
          </p:style>
        </p:sp>
        <p:sp>
          <p:nvSpPr>
            <p:cNvPr id="464" name="CustomShape 21"/>
            <p:cNvSpPr/>
            <p:nvPr/>
          </p:nvSpPr>
          <p:spPr>
            <a:xfrm>
              <a:off x="6987240" y="2407320"/>
              <a:ext cx="561240" cy="374040"/>
            </a:xfrm>
            <a:custGeom>
              <a:avLst/>
              <a:gdLst/>
              <a:ahLst/>
              <a:cxnLst/>
              <a:rect l="l" t="t" r="r" b="b"/>
              <a:pathLst>
                <a:path w="998795" h="665883">
                  <a:moveTo>
                    <a:pt x="0" y="0"/>
                  </a:moveTo>
                  <a:lnTo>
                    <a:pt x="998796" y="575594"/>
                  </a:lnTo>
                  <a:lnTo>
                    <a:pt x="998796" y="665883"/>
                  </a:lnTo>
                  <a:lnTo>
                    <a:pt x="0" y="90289"/>
                  </a:lnTo>
                  <a:lnTo>
                    <a:pt x="0"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65" name="CustomShape 22"/>
            <p:cNvSpPr/>
            <p:nvPr/>
          </p:nvSpPr>
          <p:spPr>
            <a:xfrm>
              <a:off x="7026120" y="2529000"/>
              <a:ext cx="482760" cy="328680"/>
            </a:xfrm>
            <a:custGeom>
              <a:avLst/>
              <a:gdLst/>
              <a:ahLst/>
              <a:cxnLst/>
              <a:rect l="l" t="t" r="r" b="b"/>
              <a:pathLst>
                <a:path w="859243" h="585552">
                  <a:moveTo>
                    <a:pt x="665" y="0"/>
                  </a:moveTo>
                  <a:lnTo>
                    <a:pt x="859243" y="495263"/>
                  </a:lnTo>
                  <a:lnTo>
                    <a:pt x="859243" y="585552"/>
                  </a:lnTo>
                  <a:lnTo>
                    <a:pt x="0" y="90289"/>
                  </a:lnTo>
                  <a:lnTo>
                    <a:pt x="665" y="0"/>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66" name="CustomShape 23"/>
            <p:cNvSpPr/>
            <p:nvPr/>
          </p:nvSpPr>
          <p:spPr>
            <a:xfrm>
              <a:off x="7113600" y="1958400"/>
              <a:ext cx="311040" cy="467280"/>
            </a:xfrm>
            <a:custGeom>
              <a:avLst/>
              <a:gdLst/>
              <a:ahLst/>
              <a:cxnLst/>
              <a:rect l="l" t="t" r="r" b="b"/>
              <a:pathLst>
                <a:path w="554222" h="831619">
                  <a:moveTo>
                    <a:pt x="554222" y="575807"/>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7"/>
                  </a:cubicBezTo>
                  <a:close/>
                </a:path>
              </a:pathLst>
            </a:custGeom>
            <a:solidFill>
              <a:schemeClr val="accent2"/>
            </a:solidFill>
            <a:ln>
              <a:noFill/>
            </a:ln>
          </p:spPr>
          <p:style>
            <a:lnRef idx="0">
              <a:scrgbClr r="0" g="0" b="0"/>
            </a:lnRef>
            <a:fillRef idx="0">
              <a:scrgbClr r="0" g="0" b="0"/>
            </a:fillRef>
            <a:effectRef idx="0">
              <a:scrgbClr r="0" g="0" b="0"/>
            </a:effectRef>
            <a:fontRef idx="minor"/>
          </p:style>
        </p:sp>
        <p:sp>
          <p:nvSpPr>
            <p:cNvPr id="467" name="CustomShape 24"/>
            <p:cNvSpPr/>
            <p:nvPr/>
          </p:nvSpPr>
          <p:spPr>
            <a:xfrm>
              <a:off x="6315120" y="2478600"/>
              <a:ext cx="1112400" cy="1308960"/>
            </a:xfrm>
            <a:custGeom>
              <a:avLst/>
              <a:gdLst/>
              <a:ahLst/>
              <a:cxnLst/>
              <a:rect l="l" t="t" r="r" b="b"/>
              <a:pathLst>
                <a:path w="1978320" h="2327603">
                  <a:moveTo>
                    <a:pt x="1977656" y="1140566"/>
                  </a:moveTo>
                  <a:lnTo>
                    <a:pt x="0" y="0"/>
                  </a:lnTo>
                  <a:lnTo>
                    <a:pt x="665" y="1029696"/>
                  </a:lnTo>
                  <a:lnTo>
                    <a:pt x="1803548" y="2069350"/>
                  </a:lnTo>
                  <a:lnTo>
                    <a:pt x="1978320" y="2327604"/>
                  </a:lnTo>
                  <a:lnTo>
                    <a:pt x="1977656" y="1140566"/>
                  </a:ln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sp>
          <p:nvSpPr>
            <p:cNvPr id="468" name="CustomShape 25"/>
            <p:cNvSpPr/>
            <p:nvPr/>
          </p:nvSpPr>
          <p:spPr>
            <a:xfrm>
              <a:off x="6197040" y="2547000"/>
              <a:ext cx="419040" cy="398520"/>
            </a:xfrm>
            <a:custGeom>
              <a:avLst/>
              <a:gdLst/>
              <a:ahLst/>
              <a:cxnLst/>
              <a:rect l="l" t="t" r="r" b="b"/>
              <a:pathLst>
                <a:path w="746272" h="709700">
                  <a:moveTo>
                    <a:pt x="0" y="279498"/>
                  </a:moveTo>
                  <a:lnTo>
                    <a:pt x="0" y="0"/>
                  </a:lnTo>
                  <a:lnTo>
                    <a:pt x="746273" y="430202"/>
                  </a:lnTo>
                  <a:lnTo>
                    <a:pt x="746273" y="709700"/>
                  </a:lnTo>
                  <a:lnTo>
                    <a:pt x="0" y="279498"/>
                  </a:lnTo>
                  <a:close/>
                </a:path>
              </a:pathLst>
            </a:custGeom>
            <a:gradFill rotWithShape="0">
              <a:gsLst>
                <a:gs pos="0">
                  <a:srgbClr val="FF9E44"/>
                </a:gs>
                <a:gs pos="100000">
                  <a:srgbClr val="FF4093"/>
                </a:gs>
              </a:gsLst>
              <a:lin ang="0"/>
            </a:gradFill>
            <a:ln>
              <a:noFill/>
            </a:ln>
          </p:spPr>
          <p:style>
            <a:lnRef idx="0">
              <a:scrgbClr r="0" g="0" b="0"/>
            </a:lnRef>
            <a:fillRef idx="0">
              <a:scrgbClr r="0" g="0" b="0"/>
            </a:fillRef>
            <a:effectRef idx="0">
              <a:scrgbClr r="0" g="0" b="0"/>
            </a:effectRef>
            <a:fontRef idx="minor"/>
          </p:style>
        </p:sp>
        <p:sp>
          <p:nvSpPr>
            <p:cNvPr id="469" name="CustomShape 26"/>
            <p:cNvSpPr/>
            <p:nvPr/>
          </p:nvSpPr>
          <p:spPr>
            <a:xfrm>
              <a:off x="6896160" y="2954520"/>
              <a:ext cx="243000" cy="190440"/>
            </a:xfrm>
            <a:custGeom>
              <a:avLst/>
              <a:gdLst/>
              <a:ahLst/>
              <a:cxnLst/>
              <a:rect l="l" t="t" r="r" b="b"/>
              <a:pathLst>
                <a:path w="433276" h="339912">
                  <a:moveTo>
                    <a:pt x="433277" y="249623"/>
                  </a:moveTo>
                  <a:lnTo>
                    <a:pt x="0" y="0"/>
                  </a:lnTo>
                  <a:lnTo>
                    <a:pt x="0" y="90290"/>
                  </a:lnTo>
                  <a:lnTo>
                    <a:pt x="433277" y="339913"/>
                  </a:lnTo>
                  <a:lnTo>
                    <a:pt x="433277" y="249623"/>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70" name="CustomShape 27"/>
            <p:cNvSpPr/>
            <p:nvPr/>
          </p:nvSpPr>
          <p:spPr>
            <a:xfrm>
              <a:off x="6670800" y="2926080"/>
              <a:ext cx="469080" cy="320760"/>
            </a:xfrm>
            <a:custGeom>
              <a:avLst/>
              <a:gdLst/>
              <a:ahLst/>
              <a:cxnLst/>
              <a:rect l="l" t="t" r="r" b="b"/>
              <a:pathLst>
                <a:path w="835320" h="571610">
                  <a:moveTo>
                    <a:pt x="835320" y="481321"/>
                  </a:moveTo>
                  <a:lnTo>
                    <a:pt x="0" y="0"/>
                  </a:lnTo>
                  <a:lnTo>
                    <a:pt x="0" y="90289"/>
                  </a:lnTo>
                  <a:lnTo>
                    <a:pt x="835320" y="571611"/>
                  </a:lnTo>
                  <a:lnTo>
                    <a:pt x="835320" y="481321"/>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71" name="CustomShape 28"/>
            <p:cNvSpPr/>
            <p:nvPr/>
          </p:nvSpPr>
          <p:spPr>
            <a:xfrm>
              <a:off x="6572160" y="2970000"/>
              <a:ext cx="568800" cy="378360"/>
            </a:xfrm>
            <a:custGeom>
              <a:avLst/>
              <a:gdLst/>
              <a:ahLst/>
              <a:cxnLst/>
              <a:rect l="l" t="t" r="r" b="b"/>
              <a:pathLst>
                <a:path w="1012086" h="673849">
                  <a:moveTo>
                    <a:pt x="1011422" y="583561"/>
                  </a:moveTo>
                  <a:lnTo>
                    <a:pt x="0" y="0"/>
                  </a:lnTo>
                  <a:lnTo>
                    <a:pt x="0" y="90289"/>
                  </a:lnTo>
                  <a:lnTo>
                    <a:pt x="1012087" y="673850"/>
                  </a:lnTo>
                  <a:lnTo>
                    <a:pt x="1011422" y="583561"/>
                  </a:lnTo>
                  <a:close/>
                </a:path>
              </a:pathLst>
            </a:custGeom>
            <a:solidFill>
              <a:srgbClr val="FFFFFF">
                <a:alpha val="30000"/>
              </a:srgbClr>
            </a:solidFill>
            <a:ln>
              <a:noFill/>
            </a:ln>
          </p:spPr>
          <p:style>
            <a:lnRef idx="0">
              <a:scrgbClr r="0" g="0" b="0"/>
            </a:lnRef>
            <a:fillRef idx="0">
              <a:scrgbClr r="0" g="0" b="0"/>
            </a:fillRef>
            <a:effectRef idx="0">
              <a:scrgbClr r="0" g="0" b="0"/>
            </a:effectRef>
            <a:fontRef idx="minor"/>
          </p:style>
        </p:sp>
        <p:sp>
          <p:nvSpPr>
            <p:cNvPr id="472" name="CustomShape 29"/>
            <p:cNvSpPr/>
            <p:nvPr/>
          </p:nvSpPr>
          <p:spPr>
            <a:xfrm>
              <a:off x="7199280" y="3124800"/>
              <a:ext cx="125640" cy="187200"/>
            </a:xfrm>
            <a:custGeom>
              <a:avLst/>
              <a:gdLst/>
              <a:ahLst/>
              <a:cxnLst/>
              <a:rect l="l" t="t" r="r" b="b"/>
              <a:pathLst>
                <a:path w="224619" h="333730">
                  <a:moveTo>
                    <a:pt x="6" y="102136"/>
                  </a:moveTo>
                  <a:cubicBezTo>
                    <a:pt x="6" y="187114"/>
                    <a:pt x="50511" y="284706"/>
                    <a:pt x="112313" y="320556"/>
                  </a:cubicBezTo>
                  <a:cubicBezTo>
                    <a:pt x="174115" y="356406"/>
                    <a:pt x="224619" y="316573"/>
                    <a:pt x="224619" y="231595"/>
                  </a:cubicBezTo>
                  <a:cubicBezTo>
                    <a:pt x="224619" y="146616"/>
                    <a:pt x="174115" y="49025"/>
                    <a:pt x="112313" y="13174"/>
                  </a:cubicBezTo>
                  <a:cubicBezTo>
                    <a:pt x="49847" y="-22676"/>
                    <a:pt x="-658" y="17157"/>
                    <a:pt x="6" y="102136"/>
                  </a:cubicBezTo>
                  <a:close/>
                </a:path>
              </a:pathLst>
            </a:custGeom>
            <a:solidFill>
              <a:schemeClr val="accent1"/>
            </a:solidFill>
            <a:ln>
              <a:noFill/>
            </a:ln>
          </p:spPr>
          <p:style>
            <a:lnRef idx="0">
              <a:scrgbClr r="0" g="0" b="0"/>
            </a:lnRef>
            <a:fillRef idx="0">
              <a:scrgbClr r="0" g="0" b="0"/>
            </a:fillRef>
            <a:effectRef idx="0">
              <a:scrgbClr r="0" g="0" b="0"/>
            </a:effectRef>
            <a:fontRef idx="minor"/>
          </p:style>
        </p:sp>
        <p:sp>
          <p:nvSpPr>
            <p:cNvPr id="473" name="CustomShape 30"/>
            <p:cNvSpPr/>
            <p:nvPr/>
          </p:nvSpPr>
          <p:spPr>
            <a:xfrm>
              <a:off x="6399000" y="1379520"/>
              <a:ext cx="311760" cy="424800"/>
            </a:xfrm>
            <a:custGeom>
              <a:avLst/>
              <a:gdLst/>
              <a:ahLst/>
              <a:cxnLst/>
              <a:rect l="l" t="t" r="r" b="b"/>
              <a:pathLst>
                <a:path w="555551" h="756106">
                  <a:moveTo>
                    <a:pt x="277776" y="9593"/>
                  </a:moveTo>
                  <a:cubicBezTo>
                    <a:pt x="317648" y="32166"/>
                    <a:pt x="349545" y="87932"/>
                    <a:pt x="349545" y="133741"/>
                  </a:cubicBezTo>
                  <a:lnTo>
                    <a:pt x="349545" y="336228"/>
                  </a:lnTo>
                  <a:lnTo>
                    <a:pt x="483781" y="413239"/>
                  </a:lnTo>
                  <a:cubicBezTo>
                    <a:pt x="523653" y="435812"/>
                    <a:pt x="555551" y="491579"/>
                    <a:pt x="555551" y="537387"/>
                  </a:cubicBezTo>
                  <a:cubicBezTo>
                    <a:pt x="555551" y="583196"/>
                    <a:pt x="523653" y="601785"/>
                    <a:pt x="483781" y="579212"/>
                  </a:cubicBezTo>
                  <a:lnTo>
                    <a:pt x="349545" y="502201"/>
                  </a:lnTo>
                  <a:lnTo>
                    <a:pt x="349545" y="704688"/>
                  </a:lnTo>
                  <a:cubicBezTo>
                    <a:pt x="349545" y="750496"/>
                    <a:pt x="317648" y="769085"/>
                    <a:pt x="277776" y="746513"/>
                  </a:cubicBezTo>
                  <a:cubicBezTo>
                    <a:pt x="237903" y="723941"/>
                    <a:pt x="206006" y="668174"/>
                    <a:pt x="206006" y="622365"/>
                  </a:cubicBezTo>
                  <a:lnTo>
                    <a:pt x="206006" y="419878"/>
                  </a:lnTo>
                  <a:lnTo>
                    <a:pt x="71770" y="342867"/>
                  </a:lnTo>
                  <a:cubicBezTo>
                    <a:pt x="31898" y="320295"/>
                    <a:pt x="0" y="264528"/>
                    <a:pt x="0" y="218719"/>
                  </a:cubicBezTo>
                  <a:cubicBezTo>
                    <a:pt x="0" y="172911"/>
                    <a:pt x="31898" y="154322"/>
                    <a:pt x="71770" y="176894"/>
                  </a:cubicBezTo>
                  <a:lnTo>
                    <a:pt x="206006" y="253905"/>
                  </a:lnTo>
                  <a:lnTo>
                    <a:pt x="206006" y="51418"/>
                  </a:lnTo>
                  <a:cubicBezTo>
                    <a:pt x="206006" y="5610"/>
                    <a:pt x="237903" y="-12979"/>
                    <a:pt x="277776" y="9593"/>
                  </a:cubicBezTo>
                  <a:close/>
                </a:path>
              </a:pathLst>
            </a:cu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sp>
      </p:gr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CustomShape 1"/>
          <p:cNvSpPr/>
          <p:nvPr/>
        </p:nvSpPr>
        <p:spPr>
          <a:xfrm>
            <a:off x="855360" y="835920"/>
            <a:ext cx="434772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A PICTURE IS WORTH A THOUSAND WORDS</a:t>
            </a:r>
            <a:endParaRPr lang="en-AU" sz="2400" b="0" strike="noStrike" spc="-1">
              <a:latin typeface="Arial"/>
            </a:endParaRPr>
          </a:p>
        </p:txBody>
      </p:sp>
      <p:sp>
        <p:nvSpPr>
          <p:cNvPr id="475" name="CustomShape 2"/>
          <p:cNvSpPr/>
          <p:nvPr/>
        </p:nvSpPr>
        <p:spPr>
          <a:xfrm>
            <a:off x="855360" y="1353960"/>
            <a:ext cx="4347720" cy="3033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Aft>
                <a:spcPts val="799"/>
              </a:spcAft>
              <a:tabLst>
                <a:tab pos="0" algn="l"/>
              </a:tabLst>
            </a:pPr>
            <a:r>
              <a:rPr lang="en" sz="2400" b="0" strike="noStrike" spc="-1">
                <a:solidFill>
                  <a:srgbClr val="FFFFFF"/>
                </a:solidFill>
                <a:latin typeface="Barlow Light"/>
                <a:ea typeface="Barlow Light"/>
              </a:rPr>
              <a:t>The goal of our organization is to make a change, which will further lead to others connecting together and helping us reach out to people on a global scale.</a:t>
            </a:r>
            <a:endParaRPr lang="en-AU" sz="2400" b="0" strike="noStrike" spc="-1">
              <a:latin typeface="Arial"/>
            </a:endParaRPr>
          </a:p>
        </p:txBody>
      </p:sp>
      <p:sp>
        <p:nvSpPr>
          <p:cNvPr id="476" name="CustomShape 3"/>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BB16029F-8089-4A10-8B95-5145DCCE1C41}" type="slidenum">
              <a:rPr lang="en" sz="1300" b="0" strike="noStrike" spc="-1">
                <a:solidFill>
                  <a:srgbClr val="FF4093"/>
                </a:solidFill>
                <a:latin typeface="Barlow Light"/>
                <a:ea typeface="Barlow Light"/>
              </a:rPr>
              <a:pPr algn="ctr">
                <a:lnSpc>
                  <a:spcPct val="100000"/>
                </a:lnSpc>
                <a:tabLst>
                  <a:tab pos="0" algn="l"/>
                </a:tabLst>
              </a:pPr>
              <a:t>9</a:t>
            </a:fld>
            <a:endParaRPr lang="en-AU" sz="1300" b="0" strike="noStrike" spc="-1">
              <a:latin typeface="Arial"/>
            </a:endParaRPr>
          </a:p>
        </p:txBody>
      </p:sp>
      <p:pic>
        <p:nvPicPr>
          <p:cNvPr id="477" name="Picture 476"/>
          <p:cNvPicPr/>
          <p:nvPr/>
        </p:nvPicPr>
        <p:blipFill>
          <a:blip r:embed="rId2"/>
          <a:stretch/>
        </p:blipFill>
        <p:spPr>
          <a:xfrm>
            <a:off x="5328000" y="576000"/>
            <a:ext cx="3743640" cy="3703320"/>
          </a:xfrm>
          <a:prstGeom prst="rect">
            <a:avLst/>
          </a:prstGeom>
          <a:ln>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8" name="CustomShape 1"/>
          <p:cNvSpPr/>
          <p:nvPr/>
        </p:nvSpPr>
        <p:spPr>
          <a:xfrm>
            <a:off x="720000" y="432000"/>
            <a:ext cx="4031640" cy="38876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tabLst>
                <a:tab pos="0" algn="l"/>
              </a:tabLst>
            </a:pPr>
            <a:r>
              <a:rPr lang="en" sz="2600" b="1" strike="noStrike" spc="-1">
                <a:solidFill>
                  <a:srgbClr val="FF4093"/>
                </a:solidFill>
                <a:latin typeface="Barlow"/>
                <a:ea typeface="Barlow"/>
              </a:rPr>
              <a:t>WANT A BIG IMPACT?</a:t>
            </a:r>
            <a:r>
              <a:t/>
            </a:r>
            <a:br/>
            <a:r>
              <a:t/>
            </a:r>
            <a:br/>
            <a:r>
              <a:rPr lang="en" sz="2000" b="0" strike="noStrike" spc="-1">
                <a:solidFill>
                  <a:srgbClr val="FF9E44"/>
                </a:solidFill>
                <a:latin typeface="Barlow"/>
                <a:ea typeface="Barlow"/>
              </a:rPr>
              <a:t>All you need is to start. Once you start with an idea, if your intension is pure and your motivation is strong, people will be inspired and follow.</a:t>
            </a:r>
            <a:endParaRPr lang="en-AU" sz="2000" b="0" strike="noStrike" spc="-1">
              <a:latin typeface="Arial"/>
            </a:endParaRPr>
          </a:p>
        </p:txBody>
      </p:sp>
      <p:sp>
        <p:nvSpPr>
          <p:cNvPr id="479"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23FAF17B-489D-49C7-91AC-30461A947D8B}" type="slidenum">
              <a:rPr lang="en" sz="1300" b="0" strike="noStrike" spc="-1">
                <a:solidFill>
                  <a:srgbClr val="FF4093"/>
                </a:solidFill>
                <a:latin typeface="Barlow Light"/>
                <a:ea typeface="Barlow Light"/>
              </a:rPr>
              <a:pPr algn="ctr">
                <a:lnSpc>
                  <a:spcPct val="100000"/>
                </a:lnSpc>
                <a:tabLst>
                  <a:tab pos="0" algn="l"/>
                </a:tabLst>
              </a:pPr>
              <a:t>10</a:t>
            </a:fld>
            <a:endParaRPr lang="en-AU" sz="13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CustomShape 1"/>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0D00268D-2FCE-4C21-AA7C-A6721FAD28C8}" type="slidenum">
              <a:rPr lang="en" sz="1300" b="0" strike="noStrike" spc="-1">
                <a:solidFill>
                  <a:srgbClr val="FF4093"/>
                </a:solidFill>
                <a:latin typeface="Barlow Light"/>
                <a:ea typeface="Barlow Light"/>
              </a:rPr>
              <a:pPr algn="ctr">
                <a:lnSpc>
                  <a:spcPct val="100000"/>
                </a:lnSpc>
                <a:tabLst>
                  <a:tab pos="0" algn="l"/>
                </a:tabLst>
              </a:pPr>
              <a:t>11</a:t>
            </a:fld>
            <a:endParaRPr lang="en-AU" sz="1300" b="0" strike="noStrike" spc="-1">
              <a:latin typeface="Arial"/>
            </a:endParaRPr>
          </a:p>
        </p:txBody>
      </p:sp>
      <p:grpSp>
        <p:nvGrpSpPr>
          <p:cNvPr id="481" name="Group 2"/>
          <p:cNvGrpSpPr/>
          <p:nvPr/>
        </p:nvGrpSpPr>
        <p:grpSpPr>
          <a:xfrm>
            <a:off x="855360" y="836640"/>
            <a:ext cx="4035600" cy="3940920"/>
            <a:chOff x="855360" y="836640"/>
            <a:chExt cx="4035600" cy="3940920"/>
          </a:xfrm>
        </p:grpSpPr>
        <p:sp>
          <p:nvSpPr>
            <p:cNvPr id="482" name="CustomShape 3"/>
            <p:cNvSpPr/>
            <p:nvPr/>
          </p:nvSpPr>
          <p:spPr>
            <a:xfrm rot="15002400">
              <a:off x="2895480" y="4109400"/>
              <a:ext cx="585720" cy="58572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sp>
          <p:nvSpPr>
            <p:cNvPr id="483" name="CustomShape 4"/>
            <p:cNvSpPr/>
            <p:nvPr/>
          </p:nvSpPr>
          <p:spPr>
            <a:xfrm rot="15000600">
              <a:off x="917280" y="1566360"/>
              <a:ext cx="439920" cy="43992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sp>
          <p:nvSpPr>
            <p:cNvPr id="484" name="CustomShape 5"/>
            <p:cNvSpPr/>
            <p:nvPr/>
          </p:nvSpPr>
          <p:spPr>
            <a:xfrm rot="15001200">
              <a:off x="1486080" y="2506680"/>
              <a:ext cx="1198440" cy="119844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sp>
          <p:nvSpPr>
            <p:cNvPr id="485" name="CustomShape 6"/>
            <p:cNvSpPr/>
            <p:nvPr/>
          </p:nvSpPr>
          <p:spPr>
            <a:xfrm rot="15001200">
              <a:off x="2973240" y="1072800"/>
              <a:ext cx="1680840" cy="168084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sp>
          <p:nvSpPr>
            <p:cNvPr id="486" name="CustomShape 7"/>
            <p:cNvSpPr/>
            <p:nvPr/>
          </p:nvSpPr>
          <p:spPr>
            <a:xfrm rot="15002400">
              <a:off x="1260360" y="2367720"/>
              <a:ext cx="628560" cy="62856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sp>
          <p:nvSpPr>
            <p:cNvPr id="487" name="CustomShape 8"/>
            <p:cNvSpPr/>
            <p:nvPr/>
          </p:nvSpPr>
          <p:spPr>
            <a:xfrm rot="15002400">
              <a:off x="1866240" y="1272960"/>
              <a:ext cx="273600" cy="273600"/>
            </a:xfrm>
            <a:prstGeom prst="ellipse">
              <a:avLst/>
            </a:prstGeom>
            <a:gradFill rotWithShape="0">
              <a:gsLst>
                <a:gs pos="0">
                  <a:srgbClr val="FFFFFF">
                    <a:alpha val="30196"/>
                  </a:srgbClr>
                </a:gs>
                <a:gs pos="100000">
                  <a:srgbClr val="FFFFFF">
                    <a:alpha val="0"/>
                  </a:srgbClr>
                </a:gs>
              </a:gsLst>
              <a:lin ang="4200000"/>
            </a:gradFill>
            <a:ln>
              <a:noFill/>
            </a:ln>
          </p:spPr>
          <p:style>
            <a:lnRef idx="0">
              <a:scrgbClr r="0" g="0" b="0"/>
            </a:lnRef>
            <a:fillRef idx="0">
              <a:scrgbClr r="0" g="0" b="0"/>
            </a:fillRef>
            <a:effectRef idx="0">
              <a:scrgbClr r="0" g="0" b="0"/>
            </a:effectRef>
            <a:fontRef idx="minor"/>
          </p:style>
        </p:sp>
      </p:grpSp>
      <p:sp>
        <p:nvSpPr>
          <p:cNvPr id="488" name="CustomShape 9"/>
          <p:cNvSpPr/>
          <p:nvPr/>
        </p:nvSpPr>
        <p:spPr>
          <a:xfrm>
            <a:off x="3869280" y="936000"/>
            <a:ext cx="4823640" cy="4031640"/>
          </a:xfrm>
          <a:prstGeom prst="ellipse">
            <a:avLst/>
          </a:prstGeom>
          <a:gradFill rotWithShape="0">
            <a:gsLst>
              <a:gs pos="0">
                <a:srgbClr val="FF9E44"/>
              </a:gs>
              <a:gs pos="100000">
                <a:srgbClr val="FF4093"/>
              </a:gs>
            </a:gsLst>
            <a:lin ang="0"/>
          </a:gradFill>
          <a:ln>
            <a:noFill/>
          </a:ln>
          <a:effectLst>
            <a:outerShdw blurRad="228600" dist="50760" dir="5400000" algn="tl" rotWithShape="0">
              <a:schemeClr val="lt1">
                <a:alpha val="54900"/>
              </a:schemeClr>
            </a:outerShdw>
          </a:effectLst>
        </p:spPr>
        <p:style>
          <a:lnRef idx="0">
            <a:scrgbClr r="0" g="0" b="0"/>
          </a:lnRef>
          <a:fillRef idx="0">
            <a:scrgbClr r="0" g="0" b="0"/>
          </a:fillRef>
          <a:effectRef idx="0">
            <a:scrgbClr r="0" g="0" b="0"/>
          </a:effectRef>
          <a:fontRef idx="minor"/>
        </p:style>
      </p:sp>
      <p:sp>
        <p:nvSpPr>
          <p:cNvPr id="489" name="CustomShape 10"/>
          <p:cNvSpPr/>
          <p:nvPr/>
        </p:nvSpPr>
        <p:spPr>
          <a:xfrm>
            <a:off x="6214680" y="3203280"/>
            <a:ext cx="1861920" cy="116280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800" b="0" strike="noStrike" spc="-1">
                <a:solidFill>
                  <a:srgbClr val="FFFFFF"/>
                </a:solidFill>
                <a:latin typeface="Barlow Light"/>
                <a:ea typeface="Barlow Light"/>
              </a:rPr>
              <a:t>THOUSANDS OF PEOPLE CHANGING IT TO A MASSIVE SCALE</a:t>
            </a:r>
            <a:endParaRPr lang="en-AU" sz="1800" b="0" strike="noStrike" spc="-1">
              <a:latin typeface="Arial"/>
            </a:endParaRPr>
          </a:p>
        </p:txBody>
      </p:sp>
      <p:sp>
        <p:nvSpPr>
          <p:cNvPr id="490" name="CustomShape 11"/>
          <p:cNvSpPr/>
          <p:nvPr/>
        </p:nvSpPr>
        <p:spPr>
          <a:xfrm>
            <a:off x="4721760" y="1244880"/>
            <a:ext cx="1433880" cy="1418760"/>
          </a:xfrm>
          <a:prstGeom prst="ellipse">
            <a:avLst/>
          </a:prstGeom>
          <a:solidFill>
            <a:schemeClr val="accent1"/>
          </a:solidFill>
          <a:ln>
            <a:noFill/>
          </a:ln>
          <a:effectLst>
            <a:outerShdw blurRad="228600" dist="50760" dir="5400000" algn="tl" rotWithShape="0">
              <a:schemeClr val="lt1">
                <a:alpha val="54900"/>
              </a:schemeClr>
            </a:outerShdw>
          </a:effectLst>
        </p:spPr>
        <p:style>
          <a:lnRef idx="0">
            <a:scrgbClr r="0" g="0" b="0"/>
          </a:lnRef>
          <a:fillRef idx="0">
            <a:scrgbClr r="0" g="0" b="0"/>
          </a:fillRef>
          <a:effectRef idx="0">
            <a:scrgbClr r="0" g="0" b="0"/>
          </a:effectRef>
          <a:fontRef idx="minor"/>
        </p:style>
      </p:sp>
      <p:sp>
        <p:nvSpPr>
          <p:cNvPr id="491" name="CustomShape 12"/>
          <p:cNvSpPr/>
          <p:nvPr/>
        </p:nvSpPr>
        <p:spPr>
          <a:xfrm>
            <a:off x="4824000" y="1448640"/>
            <a:ext cx="1223640" cy="94392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200" b="0" strike="noStrike" spc="-1">
                <a:solidFill>
                  <a:srgbClr val="FFFFFF"/>
                </a:solidFill>
                <a:latin typeface="Barlow Light"/>
                <a:ea typeface="Barlow Light"/>
              </a:rPr>
              <a:t>DONATING TO ONE CHILD</a:t>
            </a:r>
            <a:endParaRPr lang="en-AU" sz="1200" b="0" strike="noStrike" spc="-1">
              <a:latin typeface="Arial"/>
            </a:endParaRPr>
          </a:p>
        </p:txBody>
      </p:sp>
      <p:sp>
        <p:nvSpPr>
          <p:cNvPr id="492" name="CustomShape 13"/>
          <p:cNvSpPr/>
          <p:nvPr/>
        </p:nvSpPr>
        <p:spPr>
          <a:xfrm>
            <a:off x="4032000" y="2749680"/>
            <a:ext cx="1497960" cy="1497960"/>
          </a:xfrm>
          <a:prstGeom prst="ellipse">
            <a:avLst/>
          </a:prstGeom>
          <a:solidFill>
            <a:schemeClr val="accent2"/>
          </a:solidFill>
          <a:ln>
            <a:noFill/>
          </a:ln>
          <a:effectLst>
            <a:outerShdw blurRad="228600" dist="50760" dir="5400000" algn="tl" rotWithShape="0">
              <a:schemeClr val="lt1">
                <a:alpha val="54900"/>
              </a:schemeClr>
            </a:outerShdw>
          </a:effectLst>
        </p:spPr>
        <p:style>
          <a:lnRef idx="0">
            <a:scrgbClr r="0" g="0" b="0"/>
          </a:lnRef>
          <a:fillRef idx="0">
            <a:scrgbClr r="0" g="0" b="0"/>
          </a:fillRef>
          <a:effectRef idx="0">
            <a:scrgbClr r="0" g="0" b="0"/>
          </a:effectRef>
          <a:fontRef idx="minor"/>
        </p:style>
      </p:sp>
      <p:sp>
        <p:nvSpPr>
          <p:cNvPr id="493" name="CustomShape 14"/>
          <p:cNvSpPr/>
          <p:nvPr/>
        </p:nvSpPr>
        <p:spPr>
          <a:xfrm>
            <a:off x="4248000" y="3015720"/>
            <a:ext cx="1072800" cy="94392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000" b="0" strike="noStrike" spc="-1">
                <a:solidFill>
                  <a:srgbClr val="FFFFFF"/>
                </a:solidFill>
                <a:latin typeface="Barlow Light"/>
                <a:ea typeface="Barlow Light"/>
              </a:rPr>
              <a:t>POSTING ONE VIDEO  TEACHING NEW SKILLS</a:t>
            </a:r>
            <a:endParaRPr lang="en-AU" sz="1000" b="0" strike="noStrike" spc="-1">
              <a:latin typeface="Arial"/>
            </a:endParaRPr>
          </a:p>
        </p:txBody>
      </p:sp>
      <p:sp>
        <p:nvSpPr>
          <p:cNvPr id="494" name="CustomShape 15"/>
          <p:cNvSpPr/>
          <p:nvPr/>
        </p:nvSpPr>
        <p:spPr>
          <a:xfrm>
            <a:off x="6790320" y="1296000"/>
            <a:ext cx="1273320" cy="1242360"/>
          </a:xfrm>
          <a:prstGeom prst="ellipse">
            <a:avLst/>
          </a:prstGeom>
          <a:solidFill>
            <a:schemeClr val="accent2"/>
          </a:solidFill>
          <a:ln>
            <a:noFill/>
          </a:ln>
          <a:effectLst>
            <a:outerShdw blurRad="228600" dist="50760" dir="5400000" algn="tl" rotWithShape="0">
              <a:schemeClr val="lt1">
                <a:alpha val="54900"/>
              </a:schemeClr>
            </a:outerShdw>
          </a:effectLst>
        </p:spPr>
        <p:style>
          <a:lnRef idx="0">
            <a:scrgbClr r="0" g="0" b="0"/>
          </a:lnRef>
          <a:fillRef idx="0">
            <a:scrgbClr r="0" g="0" b="0"/>
          </a:fillRef>
          <a:effectRef idx="0">
            <a:scrgbClr r="0" g="0" b="0"/>
          </a:effectRef>
          <a:fontRef idx="minor"/>
        </p:style>
      </p:sp>
      <p:sp>
        <p:nvSpPr>
          <p:cNvPr id="495" name="CustomShape 16"/>
          <p:cNvSpPr/>
          <p:nvPr/>
        </p:nvSpPr>
        <p:spPr>
          <a:xfrm>
            <a:off x="6912000" y="1584000"/>
            <a:ext cx="1079640" cy="68292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200" b="0" strike="noStrike" spc="-1">
                <a:solidFill>
                  <a:srgbClr val="FFFFFF"/>
                </a:solidFill>
                <a:latin typeface="Barlow Light"/>
                <a:ea typeface="Barlow Light"/>
              </a:rPr>
              <a:t>PLANTING ONE TREE</a:t>
            </a:r>
            <a:endParaRPr lang="en-AU" sz="1200" b="0" strike="noStrike" spc="-1">
              <a:latin typeface="Arial"/>
            </a:endParaRPr>
          </a:p>
        </p:txBody>
      </p:sp>
      <p:sp>
        <p:nvSpPr>
          <p:cNvPr id="496" name="CustomShape 17"/>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HOW YOUR SMALL CONTRIBUTIONS CAN LEAD TO A BIG CHANGE</a:t>
            </a:r>
            <a:endParaRPr lang="en-AU" sz="24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CustomShape 1"/>
          <p:cNvSpPr/>
          <p:nvPr/>
        </p:nvSpPr>
        <p:spPr>
          <a:xfrm>
            <a:off x="812520" y="539280"/>
            <a:ext cx="8170920" cy="3891960"/>
          </a:xfrm>
          <a:custGeom>
            <a:avLst/>
            <a:gdLst/>
            <a:ahLst/>
            <a:cxnLst/>
            <a:rect l="l" t="t" r="r" b="b"/>
            <a:pathLst>
              <a:path w="285750" h="136125">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gradFill rotWithShape="0">
            <a:gsLst>
              <a:gs pos="0">
                <a:srgbClr val="FF9E44"/>
              </a:gs>
              <a:gs pos="100000">
                <a:srgbClr val="FF4093"/>
              </a:gs>
            </a:gsLst>
            <a:lin ang="0"/>
          </a:gradFill>
          <a:ln>
            <a:noFill/>
          </a:ln>
        </p:spPr>
        <p:style>
          <a:lnRef idx="0">
            <a:scrgbClr r="0" g="0" b="0"/>
          </a:lnRef>
          <a:fillRef idx="0">
            <a:scrgbClr r="0" g="0" b="0"/>
          </a:fillRef>
          <a:effectRef idx="0">
            <a:scrgbClr r="0" g="0" b="0"/>
          </a:effectRef>
          <a:fontRef idx="minor"/>
        </p:style>
      </p:sp>
      <p:sp>
        <p:nvSpPr>
          <p:cNvPr id="498" name="CustomShape 2"/>
          <p:cNvSpPr/>
          <p:nvPr/>
        </p:nvSpPr>
        <p:spPr>
          <a:xfrm>
            <a:off x="534240" y="3204000"/>
            <a:ext cx="1625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OUR CENTRES</a:t>
            </a:r>
            <a:endParaRPr lang="en-AU" sz="2400" b="0" strike="noStrike" spc="-1">
              <a:latin typeface="Arial"/>
            </a:endParaRPr>
          </a:p>
        </p:txBody>
      </p:sp>
      <p:sp>
        <p:nvSpPr>
          <p:cNvPr id="499" name="CustomShape 3"/>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5A338D96-5F81-4470-B654-A60AED192873}" type="slidenum">
              <a:rPr lang="en" sz="1300" b="0" strike="noStrike" spc="-1">
                <a:solidFill>
                  <a:srgbClr val="FF4093"/>
                </a:solidFill>
                <a:latin typeface="Barlow Light"/>
                <a:ea typeface="Barlow Light"/>
              </a:rPr>
              <a:pPr algn="ctr">
                <a:lnSpc>
                  <a:spcPct val="100000"/>
                </a:lnSpc>
                <a:tabLst>
                  <a:tab pos="0" algn="l"/>
                </a:tabLst>
              </a:pPr>
              <a:t>12</a:t>
            </a:fld>
            <a:endParaRPr lang="en-AU" sz="1300" b="0" strike="noStrike" spc="-1">
              <a:latin typeface="Arial"/>
            </a:endParaRPr>
          </a:p>
        </p:txBody>
      </p:sp>
      <p:sp>
        <p:nvSpPr>
          <p:cNvPr id="500" name="CustomShape 4"/>
          <p:cNvSpPr/>
          <p:nvPr/>
        </p:nvSpPr>
        <p:spPr>
          <a:xfrm>
            <a:off x="457200" y="4757040"/>
            <a:ext cx="7718760" cy="30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tabLst>
                <a:tab pos="0" algn="l"/>
              </a:tabLst>
            </a:pPr>
            <a:r>
              <a:rPr lang="en" sz="900" b="1" strike="noStrike" spc="-1">
                <a:solidFill>
                  <a:srgbClr val="FF4093"/>
                </a:solidFill>
                <a:latin typeface="Barlow Light"/>
                <a:ea typeface="Barlow Light"/>
              </a:rPr>
              <a:t>Find more ABOUT US at </a:t>
            </a:r>
            <a:r>
              <a:rPr lang="en" sz="900" b="0" u="sng" strike="noStrike" spc="-1">
                <a:solidFill>
                  <a:srgbClr val="FFFFFF"/>
                </a:solidFill>
                <a:highlight>
                  <a:srgbClr val="B2B2B2"/>
                </a:highlight>
                <a:uFillTx/>
                <a:latin typeface="Barlow Light"/>
                <a:ea typeface="Barlow Light"/>
              </a:rPr>
              <a:t>our site</a:t>
            </a:r>
            <a:endParaRPr lang="en-AU" sz="900" b="0" strike="noStrike" spc="-1">
              <a:latin typeface="Arial"/>
            </a:endParaRPr>
          </a:p>
          <a:p>
            <a:pPr>
              <a:lnSpc>
                <a:spcPct val="115000"/>
              </a:lnSpc>
              <a:spcBef>
                <a:spcPts val="799"/>
              </a:spcBef>
              <a:spcAft>
                <a:spcPts val="799"/>
              </a:spcAft>
              <a:tabLst>
                <a:tab pos="0" algn="l"/>
              </a:tabLst>
            </a:pPr>
            <a:endParaRPr lang="en-AU" sz="900" b="0" strike="noStrike" spc="-1">
              <a:latin typeface="Arial"/>
            </a:endParaRPr>
          </a:p>
        </p:txBody>
      </p:sp>
      <p:grpSp>
        <p:nvGrpSpPr>
          <p:cNvPr id="501" name="Group 5"/>
          <p:cNvGrpSpPr/>
          <p:nvPr/>
        </p:nvGrpSpPr>
        <p:grpSpPr>
          <a:xfrm>
            <a:off x="6573240" y="1895040"/>
            <a:ext cx="122400" cy="264600"/>
            <a:chOff x="6573240" y="1895040"/>
            <a:chExt cx="122400" cy="264600"/>
          </a:xfrm>
        </p:grpSpPr>
        <p:sp>
          <p:nvSpPr>
            <p:cNvPr id="502" name="CustomShape 6"/>
            <p:cNvSpPr/>
            <p:nvPr/>
          </p:nvSpPr>
          <p:spPr>
            <a:xfrm>
              <a:off x="6589800" y="18950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03" name="CustomShape 7"/>
            <p:cNvSpPr/>
            <p:nvPr/>
          </p:nvSpPr>
          <p:spPr>
            <a:xfrm>
              <a:off x="6573240" y="19076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grpSp>
        <p:nvGrpSpPr>
          <p:cNvPr id="504" name="Group 8"/>
          <p:cNvGrpSpPr/>
          <p:nvPr/>
        </p:nvGrpSpPr>
        <p:grpSpPr>
          <a:xfrm>
            <a:off x="6306480" y="1751040"/>
            <a:ext cx="122400" cy="264600"/>
            <a:chOff x="6306480" y="1751040"/>
            <a:chExt cx="122400" cy="264600"/>
          </a:xfrm>
        </p:grpSpPr>
        <p:sp>
          <p:nvSpPr>
            <p:cNvPr id="505" name="CustomShape 9"/>
            <p:cNvSpPr/>
            <p:nvPr/>
          </p:nvSpPr>
          <p:spPr>
            <a:xfrm>
              <a:off x="6323040" y="17510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06" name="CustomShape 10"/>
            <p:cNvSpPr/>
            <p:nvPr/>
          </p:nvSpPr>
          <p:spPr>
            <a:xfrm>
              <a:off x="6306480" y="17636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grpSp>
        <p:nvGrpSpPr>
          <p:cNvPr id="507" name="Group 11"/>
          <p:cNvGrpSpPr/>
          <p:nvPr/>
        </p:nvGrpSpPr>
        <p:grpSpPr>
          <a:xfrm>
            <a:off x="6200280" y="1944000"/>
            <a:ext cx="122400" cy="264240"/>
            <a:chOff x="6200280" y="1944000"/>
            <a:chExt cx="122400" cy="264240"/>
          </a:xfrm>
        </p:grpSpPr>
        <p:sp>
          <p:nvSpPr>
            <p:cNvPr id="508" name="CustomShape 12"/>
            <p:cNvSpPr/>
            <p:nvPr/>
          </p:nvSpPr>
          <p:spPr>
            <a:xfrm>
              <a:off x="6216840" y="194400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09" name="CustomShape 13"/>
            <p:cNvSpPr/>
            <p:nvPr/>
          </p:nvSpPr>
          <p:spPr>
            <a:xfrm>
              <a:off x="6200280" y="19562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grpSp>
        <p:nvGrpSpPr>
          <p:cNvPr id="510" name="Group 14"/>
          <p:cNvGrpSpPr/>
          <p:nvPr/>
        </p:nvGrpSpPr>
        <p:grpSpPr>
          <a:xfrm>
            <a:off x="6733800" y="1944000"/>
            <a:ext cx="105840" cy="264600"/>
            <a:chOff x="6733800" y="1944000"/>
            <a:chExt cx="105840" cy="264600"/>
          </a:xfrm>
        </p:grpSpPr>
        <p:sp>
          <p:nvSpPr>
            <p:cNvPr id="511" name="CustomShape 15"/>
            <p:cNvSpPr/>
            <p:nvPr/>
          </p:nvSpPr>
          <p:spPr>
            <a:xfrm>
              <a:off x="6748200" y="1944000"/>
              <a:ext cx="914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12" name="CustomShape 16"/>
            <p:cNvSpPr/>
            <p:nvPr/>
          </p:nvSpPr>
          <p:spPr>
            <a:xfrm>
              <a:off x="6733800" y="1956600"/>
              <a:ext cx="914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grpSp>
        <p:nvGrpSpPr>
          <p:cNvPr id="513" name="Group 17"/>
          <p:cNvGrpSpPr/>
          <p:nvPr/>
        </p:nvGrpSpPr>
        <p:grpSpPr>
          <a:xfrm>
            <a:off x="6429240" y="1967040"/>
            <a:ext cx="122400" cy="264600"/>
            <a:chOff x="6429240" y="1967040"/>
            <a:chExt cx="122400" cy="264600"/>
          </a:xfrm>
        </p:grpSpPr>
        <p:sp>
          <p:nvSpPr>
            <p:cNvPr id="514" name="CustomShape 18"/>
            <p:cNvSpPr/>
            <p:nvPr/>
          </p:nvSpPr>
          <p:spPr>
            <a:xfrm>
              <a:off x="6445800" y="19670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15" name="CustomShape 19"/>
            <p:cNvSpPr/>
            <p:nvPr/>
          </p:nvSpPr>
          <p:spPr>
            <a:xfrm>
              <a:off x="6429240" y="19796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grpSp>
        <p:nvGrpSpPr>
          <p:cNvPr id="516" name="Group 20"/>
          <p:cNvGrpSpPr/>
          <p:nvPr/>
        </p:nvGrpSpPr>
        <p:grpSpPr>
          <a:xfrm>
            <a:off x="6306480" y="2232000"/>
            <a:ext cx="122400" cy="264240"/>
            <a:chOff x="6306480" y="2232000"/>
            <a:chExt cx="122400" cy="264240"/>
          </a:xfrm>
        </p:grpSpPr>
        <p:sp>
          <p:nvSpPr>
            <p:cNvPr id="517" name="CustomShape 21"/>
            <p:cNvSpPr/>
            <p:nvPr/>
          </p:nvSpPr>
          <p:spPr>
            <a:xfrm>
              <a:off x="6323040" y="223200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scrgbClr r="0" g="0" b="0"/>
            </a:lnRef>
            <a:fillRef idx="0">
              <a:scrgbClr r="0" g="0" b="0"/>
            </a:fillRef>
            <a:effectRef idx="0">
              <a:scrgbClr r="0" g="0" b="0"/>
            </a:effectRef>
            <a:fontRef idx="minor"/>
          </p:style>
        </p:sp>
        <p:sp>
          <p:nvSpPr>
            <p:cNvPr id="518" name="CustomShape 22"/>
            <p:cNvSpPr/>
            <p:nvPr/>
          </p:nvSpPr>
          <p:spPr>
            <a:xfrm>
              <a:off x="6306480" y="2244240"/>
              <a:ext cx="105840" cy="252000"/>
            </a:xfrm>
            <a:custGeom>
              <a:avLst/>
              <a:gdLst/>
              <a:ahLst/>
              <a:cxn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scrgbClr r="0" g="0" b="0"/>
            </a:lnRef>
            <a:fillRef idx="0">
              <a:scrgbClr r="0" g="0" b="0"/>
            </a:fillRef>
            <a:effectRef idx="0">
              <a:scrgbClr r="0" g="0" b="0"/>
            </a:effectRef>
            <a:fontRef idx="minor"/>
          </p:style>
        </p:sp>
      </p:gr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CustomShape 1"/>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OUR PROCESS IS EASY</a:t>
            </a:r>
            <a:endParaRPr lang="en-AU" sz="2400" b="0" strike="noStrike" spc="-1">
              <a:latin typeface="Arial"/>
            </a:endParaRPr>
          </a:p>
        </p:txBody>
      </p:sp>
      <p:sp>
        <p:nvSpPr>
          <p:cNvPr id="523"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6C967F90-72C6-48AB-8AAD-77BE4C1E9106}" type="slidenum">
              <a:rPr lang="en" sz="1300" b="0" strike="noStrike" spc="-1">
                <a:solidFill>
                  <a:srgbClr val="FF4093"/>
                </a:solidFill>
                <a:latin typeface="Barlow Light"/>
                <a:ea typeface="Barlow Light"/>
              </a:rPr>
              <a:pPr algn="ctr">
                <a:lnSpc>
                  <a:spcPct val="100000"/>
                </a:lnSpc>
                <a:tabLst>
                  <a:tab pos="0" algn="l"/>
                </a:tabLst>
              </a:pPr>
              <a:t>13</a:t>
            </a:fld>
            <a:endParaRPr lang="en-AU" sz="1300" b="0" strike="noStrike" spc="-1">
              <a:latin typeface="Arial"/>
            </a:endParaRPr>
          </a:p>
        </p:txBody>
      </p:sp>
      <p:sp>
        <p:nvSpPr>
          <p:cNvPr id="524" name="CustomShape 3"/>
          <p:cNvSpPr/>
          <p:nvPr/>
        </p:nvSpPr>
        <p:spPr>
          <a:xfrm>
            <a:off x="5776200" y="1723320"/>
            <a:ext cx="3305160" cy="668160"/>
          </a:xfrm>
          <a:prstGeom prst="chevron">
            <a:avLst>
              <a:gd name="adj" fmla="val 50000"/>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400" b="0" strike="noStrike" spc="-1">
                <a:solidFill>
                  <a:srgbClr val="FF4093"/>
                </a:solidFill>
                <a:latin typeface="Barlow Light"/>
                <a:ea typeface="Barlow Light"/>
              </a:rPr>
              <a:t>CONVERT IT TO LARGE SCALE</a:t>
            </a:r>
            <a:endParaRPr lang="en-AU" sz="1400" b="0" strike="noStrike" spc="-1">
              <a:latin typeface="Arial"/>
            </a:endParaRPr>
          </a:p>
        </p:txBody>
      </p:sp>
      <p:sp>
        <p:nvSpPr>
          <p:cNvPr id="525" name="CustomShape 4"/>
          <p:cNvSpPr/>
          <p:nvPr/>
        </p:nvSpPr>
        <p:spPr>
          <a:xfrm>
            <a:off x="6167160" y="2590560"/>
            <a:ext cx="2235600" cy="18050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oAutofit/>
          </a:bodyPr>
          <a:lstStyle/>
          <a:p>
            <a:pPr>
              <a:lnSpc>
                <a:spcPct val="115000"/>
              </a:lnSpc>
              <a:tabLst>
                <a:tab pos="0" algn="l"/>
              </a:tabLst>
            </a:pPr>
            <a:r>
              <a:rPr lang="en" sz="1200" b="0" strike="noStrike" spc="-1">
                <a:solidFill>
                  <a:srgbClr val="FFFFFF"/>
                </a:solidFill>
                <a:latin typeface="Barlow Light"/>
                <a:ea typeface="Barlow Light"/>
              </a:rPr>
              <a:t>As we connect with different people, our team grows and we reach out to more people, not physically, but through our members, across the country.</a:t>
            </a:r>
            <a:endParaRPr lang="en-AU" sz="1200" b="0" strike="noStrike" spc="-1">
              <a:latin typeface="Arial"/>
            </a:endParaRPr>
          </a:p>
        </p:txBody>
      </p:sp>
      <p:sp>
        <p:nvSpPr>
          <p:cNvPr id="526" name="CustomShape 5"/>
          <p:cNvSpPr/>
          <p:nvPr/>
        </p:nvSpPr>
        <p:spPr>
          <a:xfrm>
            <a:off x="-108000" y="1723320"/>
            <a:ext cx="3546360" cy="668160"/>
          </a:xfrm>
          <a:prstGeom prst="homePlate">
            <a:avLst>
              <a:gd name="adj" fmla="val 50000"/>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400" b="0" strike="noStrike" spc="-1">
                <a:solidFill>
                  <a:srgbClr val="FF4093"/>
                </a:solidFill>
                <a:latin typeface="Barlow Light"/>
                <a:ea typeface="Barlow Light"/>
              </a:rPr>
              <a:t>START SMALL</a:t>
            </a:r>
            <a:endParaRPr lang="en-AU" sz="1400" b="0" strike="noStrike" spc="-1">
              <a:latin typeface="Arial"/>
            </a:endParaRPr>
          </a:p>
        </p:txBody>
      </p:sp>
      <p:sp>
        <p:nvSpPr>
          <p:cNvPr id="527" name="CustomShape 6"/>
          <p:cNvSpPr/>
          <p:nvPr/>
        </p:nvSpPr>
        <p:spPr>
          <a:xfrm>
            <a:off x="655200" y="2590560"/>
            <a:ext cx="2235600" cy="18050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oAutofit/>
          </a:bodyPr>
          <a:lstStyle/>
          <a:p>
            <a:pPr>
              <a:lnSpc>
                <a:spcPct val="115000"/>
              </a:lnSpc>
              <a:tabLst>
                <a:tab pos="0" algn="l"/>
              </a:tabLst>
            </a:pPr>
            <a:r>
              <a:rPr lang="en" sz="1200" b="0" strike="noStrike" spc="-1">
                <a:solidFill>
                  <a:srgbClr val="FFFFFF"/>
                </a:solidFill>
                <a:latin typeface="Barlow Light"/>
                <a:ea typeface="Barlow Light"/>
              </a:rPr>
              <a:t>Everyone starts small. What matters is the motive.</a:t>
            </a:r>
            <a:endParaRPr lang="en-AU" sz="1200" b="0" strike="noStrike" spc="-1">
              <a:latin typeface="Arial"/>
            </a:endParaRPr>
          </a:p>
        </p:txBody>
      </p:sp>
      <p:sp>
        <p:nvSpPr>
          <p:cNvPr id="528" name="CustomShape 7"/>
          <p:cNvSpPr/>
          <p:nvPr/>
        </p:nvSpPr>
        <p:spPr>
          <a:xfrm>
            <a:off x="2944080" y="1723320"/>
            <a:ext cx="3305160" cy="668160"/>
          </a:xfrm>
          <a:prstGeom prst="chevron">
            <a:avLst>
              <a:gd name="adj" fmla="val 50000"/>
            </a:avLst>
          </a:prstGeom>
          <a:gradFill rotWithShape="0">
            <a:gsLst>
              <a:gs pos="0">
                <a:srgbClr val="FFFFFF">
                  <a:alpha val="30196"/>
                </a:srgbClr>
              </a:gs>
              <a:gs pos="100000">
                <a:srgbClr val="FFFFFF">
                  <a:alpha val="0"/>
                </a:srgbClr>
              </a:gs>
            </a:gsLst>
            <a:lin ang="10800000"/>
          </a:gradFill>
          <a:ln>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gn="ctr">
              <a:lnSpc>
                <a:spcPct val="100000"/>
              </a:lnSpc>
              <a:tabLst>
                <a:tab pos="0" algn="l"/>
              </a:tabLst>
            </a:pPr>
            <a:r>
              <a:rPr lang="en" sz="1400" b="0" strike="noStrike" spc="-1">
                <a:solidFill>
                  <a:srgbClr val="FF4093"/>
                </a:solidFill>
                <a:latin typeface="Barlow Light"/>
                <a:ea typeface="Barlow Light"/>
              </a:rPr>
              <a:t>CONNECT WITH PEOPLE</a:t>
            </a:r>
            <a:endParaRPr lang="en-AU" sz="1400" b="0" strike="noStrike" spc="-1">
              <a:latin typeface="Arial"/>
            </a:endParaRPr>
          </a:p>
        </p:txBody>
      </p:sp>
      <p:sp>
        <p:nvSpPr>
          <p:cNvPr id="529" name="CustomShape 8"/>
          <p:cNvSpPr/>
          <p:nvPr/>
        </p:nvSpPr>
        <p:spPr>
          <a:xfrm>
            <a:off x="3479040" y="2590560"/>
            <a:ext cx="2235600" cy="18050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oAutofit/>
          </a:bodyPr>
          <a:lstStyle/>
          <a:p>
            <a:pPr>
              <a:lnSpc>
                <a:spcPct val="115000"/>
              </a:lnSpc>
              <a:tabLst>
                <a:tab pos="0" algn="l"/>
              </a:tabLst>
            </a:pPr>
            <a:r>
              <a:rPr lang="en" sz="1200" b="0" strike="noStrike" spc="-1">
                <a:solidFill>
                  <a:srgbClr val="FFFFFF"/>
                </a:solidFill>
                <a:latin typeface="Barlow Light"/>
                <a:ea typeface="Barlow Light"/>
              </a:rPr>
              <a:t>Connecting with different people, bringing about new ideas, implementing them in our locality fuels our starting journey.</a:t>
            </a:r>
            <a:endParaRPr lang="en-AU" sz="12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CustomShape 1"/>
          <p:cNvSpPr/>
          <p:nvPr/>
        </p:nvSpPr>
        <p:spPr>
          <a:xfrm>
            <a:off x="855360" y="4406400"/>
            <a:ext cx="7432560" cy="310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15000"/>
              </a:lnSpc>
              <a:spcAft>
                <a:spcPts val="799"/>
              </a:spcAft>
              <a:tabLst>
                <a:tab pos="0" algn="l"/>
              </a:tabLst>
            </a:pPr>
            <a:r>
              <a:rPr lang="en" sz="1800" b="0" strike="noStrike" spc="-1">
                <a:solidFill>
                  <a:srgbClr val="FFFFFF"/>
                </a:solidFill>
                <a:latin typeface="Barlow Light"/>
                <a:ea typeface="Barlow Light"/>
              </a:rPr>
              <a:t>You can insert graphs from Excel or Google Sheets</a:t>
            </a:r>
            <a:endParaRPr lang="en-AU" sz="1800" b="0" strike="noStrike" spc="-1">
              <a:latin typeface="Arial"/>
            </a:endParaRPr>
          </a:p>
        </p:txBody>
      </p:sp>
      <p:sp>
        <p:nvSpPr>
          <p:cNvPr id="531"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82F3BBDF-C084-40FC-B581-556C7EC40FA6}" type="slidenum">
              <a:rPr lang="en" sz="1300" b="0" strike="noStrike" spc="-1">
                <a:solidFill>
                  <a:srgbClr val="FF4093"/>
                </a:solidFill>
                <a:latin typeface="Barlow Light"/>
                <a:ea typeface="Barlow Light"/>
              </a:rPr>
              <a:pPr algn="ctr">
                <a:lnSpc>
                  <a:spcPct val="100000"/>
                </a:lnSpc>
                <a:tabLst>
                  <a:tab pos="0" algn="l"/>
                </a:tabLst>
              </a:pPr>
              <a:t>14</a:t>
            </a:fld>
            <a:endParaRPr lang="en-AU" sz="1300" b="0" strike="noStrike" spc="-1">
              <a:latin typeface="Arial"/>
            </a:endParaRPr>
          </a:p>
        </p:txBody>
      </p:sp>
      <p:sp>
        <p:nvSpPr>
          <p:cNvPr id="532" name="CustomShape 3"/>
          <p:cNvSpPr/>
          <p:nvPr/>
        </p:nvSpPr>
        <p:spPr>
          <a:xfrm>
            <a:off x="952560" y="1074600"/>
            <a:ext cx="7238160" cy="360"/>
          </a:xfrm>
          <a:custGeom>
            <a:avLst/>
            <a:gdLst/>
            <a:ahLst/>
            <a:cxnLst/>
            <a:rect l="l" t="t" r="r" b="b"/>
            <a:pathLst>
              <a:path w="21600" h="21600">
                <a:moveTo>
                  <a:pt x="0" y="0"/>
                </a:moveTo>
                <a:lnTo>
                  <a:pt x="21600" y="21600"/>
                </a:lnTo>
              </a:path>
            </a:pathLst>
          </a:custGeom>
          <a:noFill/>
          <a:ln w="9360">
            <a:solidFill>
              <a:schemeClr val="accent5"/>
            </a:solidFill>
            <a:round/>
          </a:ln>
        </p:spPr>
        <p:style>
          <a:lnRef idx="0">
            <a:scrgbClr r="0" g="0" b="0"/>
          </a:lnRef>
          <a:fillRef idx="0">
            <a:scrgbClr r="0" g="0" b="0"/>
          </a:fillRef>
          <a:effectRef idx="0">
            <a:scrgbClr r="0" g="0" b="0"/>
          </a:effectRef>
          <a:fontRef idx="minor"/>
        </p:style>
      </p:sp>
      <p:sp>
        <p:nvSpPr>
          <p:cNvPr id="533" name="CustomShape 4"/>
          <p:cNvSpPr/>
          <p:nvPr/>
        </p:nvSpPr>
        <p:spPr>
          <a:xfrm>
            <a:off x="952560" y="1784160"/>
            <a:ext cx="7238160" cy="360"/>
          </a:xfrm>
          <a:custGeom>
            <a:avLst/>
            <a:gdLst/>
            <a:ahLst/>
            <a:cxnLst/>
            <a:rect l="l" t="t" r="r" b="b"/>
            <a:pathLst>
              <a:path w="21600" h="21600">
                <a:moveTo>
                  <a:pt x="0" y="0"/>
                </a:moveTo>
                <a:lnTo>
                  <a:pt x="21600" y="21600"/>
                </a:lnTo>
              </a:path>
            </a:pathLst>
          </a:custGeom>
          <a:noFill/>
          <a:ln w="9360">
            <a:solidFill>
              <a:schemeClr val="accent5"/>
            </a:solidFill>
            <a:round/>
          </a:ln>
        </p:spPr>
        <p:style>
          <a:lnRef idx="0">
            <a:scrgbClr r="0" g="0" b="0"/>
          </a:lnRef>
          <a:fillRef idx="0">
            <a:scrgbClr r="0" g="0" b="0"/>
          </a:fillRef>
          <a:effectRef idx="0">
            <a:scrgbClr r="0" g="0" b="0"/>
          </a:effectRef>
          <a:fontRef idx="minor"/>
        </p:style>
      </p:sp>
      <p:sp>
        <p:nvSpPr>
          <p:cNvPr id="534" name="CustomShape 5"/>
          <p:cNvSpPr/>
          <p:nvPr/>
        </p:nvSpPr>
        <p:spPr>
          <a:xfrm>
            <a:off x="952560" y="2493720"/>
            <a:ext cx="7238160" cy="360"/>
          </a:xfrm>
          <a:custGeom>
            <a:avLst/>
            <a:gdLst/>
            <a:ahLst/>
            <a:cxnLst/>
            <a:rect l="l" t="t" r="r" b="b"/>
            <a:pathLst>
              <a:path w="21600" h="21600">
                <a:moveTo>
                  <a:pt x="0" y="0"/>
                </a:moveTo>
                <a:lnTo>
                  <a:pt x="21600" y="21600"/>
                </a:lnTo>
              </a:path>
            </a:pathLst>
          </a:custGeom>
          <a:noFill/>
          <a:ln w="9360">
            <a:solidFill>
              <a:schemeClr val="accent5"/>
            </a:solidFill>
            <a:round/>
          </a:ln>
        </p:spPr>
        <p:style>
          <a:lnRef idx="0">
            <a:scrgbClr r="0" g="0" b="0"/>
          </a:lnRef>
          <a:fillRef idx="0">
            <a:scrgbClr r="0" g="0" b="0"/>
          </a:fillRef>
          <a:effectRef idx="0">
            <a:scrgbClr r="0" g="0" b="0"/>
          </a:effectRef>
          <a:fontRef idx="minor"/>
        </p:style>
      </p:sp>
      <p:sp>
        <p:nvSpPr>
          <p:cNvPr id="535" name="CustomShape 6"/>
          <p:cNvSpPr/>
          <p:nvPr/>
        </p:nvSpPr>
        <p:spPr>
          <a:xfrm>
            <a:off x="952560" y="3203280"/>
            <a:ext cx="7238160" cy="360"/>
          </a:xfrm>
          <a:custGeom>
            <a:avLst/>
            <a:gdLst/>
            <a:ahLst/>
            <a:cxnLst/>
            <a:rect l="l" t="t" r="r" b="b"/>
            <a:pathLst>
              <a:path w="21600" h="21600">
                <a:moveTo>
                  <a:pt x="0" y="0"/>
                </a:moveTo>
                <a:lnTo>
                  <a:pt x="21600" y="21600"/>
                </a:lnTo>
              </a:path>
            </a:pathLst>
          </a:custGeom>
          <a:noFill/>
          <a:ln w="9360">
            <a:solidFill>
              <a:schemeClr val="accent5"/>
            </a:solidFill>
            <a:round/>
          </a:ln>
        </p:spPr>
        <p:style>
          <a:lnRef idx="0">
            <a:scrgbClr r="0" g="0" b="0"/>
          </a:lnRef>
          <a:fillRef idx="0">
            <a:scrgbClr r="0" g="0" b="0"/>
          </a:fillRef>
          <a:effectRef idx="0">
            <a:scrgbClr r="0" g="0" b="0"/>
          </a:effectRef>
          <a:fontRef idx="minor"/>
        </p:style>
      </p:sp>
      <p:sp>
        <p:nvSpPr>
          <p:cNvPr id="536" name="CustomShape 7"/>
          <p:cNvSpPr/>
          <p:nvPr/>
        </p:nvSpPr>
        <p:spPr>
          <a:xfrm>
            <a:off x="952560" y="3934440"/>
            <a:ext cx="7238160" cy="360"/>
          </a:xfrm>
          <a:custGeom>
            <a:avLst/>
            <a:gdLst/>
            <a:ahLst/>
            <a:cxnLst/>
            <a:rect l="l" t="t" r="r" b="b"/>
            <a:pathLst>
              <a:path w="21600" h="21600">
                <a:moveTo>
                  <a:pt x="0" y="0"/>
                </a:moveTo>
                <a:lnTo>
                  <a:pt x="21600" y="21600"/>
                </a:lnTo>
              </a:path>
            </a:pathLst>
          </a:custGeom>
          <a:noFill/>
          <a:ln w="9360">
            <a:solidFill>
              <a:schemeClr val="accent5"/>
            </a:solidFill>
            <a:round/>
          </a:ln>
        </p:spPr>
        <p:style>
          <a:lnRef idx="0">
            <a:scrgbClr r="0" g="0" b="0"/>
          </a:lnRef>
          <a:fillRef idx="0">
            <a:scrgbClr r="0" g="0" b="0"/>
          </a:fillRef>
          <a:effectRef idx="0">
            <a:scrgbClr r="0" g="0" b="0"/>
          </a:effectRef>
          <a:fontRef idx="minor"/>
        </p:style>
      </p:sp>
      <p:sp>
        <p:nvSpPr>
          <p:cNvPr id="537" name="CustomShape 8"/>
          <p:cNvSpPr/>
          <p:nvPr/>
        </p:nvSpPr>
        <p:spPr>
          <a:xfrm>
            <a:off x="952560" y="915840"/>
            <a:ext cx="308520" cy="3029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r">
              <a:lnSpc>
                <a:spcPct val="100000"/>
              </a:lnSpc>
              <a:tabLst>
                <a:tab pos="0" algn="l"/>
              </a:tabLst>
            </a:pPr>
            <a:r>
              <a:rPr lang="en" sz="1000" b="0" strike="noStrike" spc="-1">
                <a:solidFill>
                  <a:srgbClr val="D1C8DA"/>
                </a:solidFill>
                <a:latin typeface="Barlow Light"/>
                <a:ea typeface="Barlow Light"/>
              </a:rPr>
              <a:t>4000</a:t>
            </a:r>
            <a:endParaRPr lang="en-AU" sz="1000" b="0" strike="noStrike" spc="-1">
              <a:latin typeface="Arial"/>
            </a:endParaRPr>
          </a:p>
          <a:p>
            <a:pPr algn="r">
              <a:lnSpc>
                <a:spcPct val="100000"/>
              </a:lnSpc>
              <a:spcBef>
                <a:spcPts val="4399"/>
              </a:spcBef>
              <a:tabLst>
                <a:tab pos="0" algn="l"/>
              </a:tabLst>
            </a:pPr>
            <a:r>
              <a:rPr lang="en" sz="1000" b="0" strike="noStrike" spc="-1">
                <a:solidFill>
                  <a:srgbClr val="D1C8DA"/>
                </a:solidFill>
                <a:latin typeface="Barlow Light"/>
                <a:ea typeface="Barlow Light"/>
              </a:rPr>
              <a:t>3000</a:t>
            </a:r>
            <a:endParaRPr lang="en-AU" sz="1000" b="0" strike="noStrike" spc="-1">
              <a:latin typeface="Arial"/>
            </a:endParaRPr>
          </a:p>
          <a:p>
            <a:pPr algn="r">
              <a:lnSpc>
                <a:spcPct val="100000"/>
              </a:lnSpc>
              <a:spcBef>
                <a:spcPts val="4399"/>
              </a:spcBef>
              <a:tabLst>
                <a:tab pos="0" algn="l"/>
              </a:tabLst>
            </a:pPr>
            <a:r>
              <a:rPr lang="en" sz="1000" b="0" strike="noStrike" spc="-1">
                <a:solidFill>
                  <a:srgbClr val="D1C8DA"/>
                </a:solidFill>
                <a:latin typeface="Barlow Light"/>
                <a:ea typeface="Barlow Light"/>
              </a:rPr>
              <a:t>2000</a:t>
            </a:r>
            <a:endParaRPr lang="en-AU" sz="1000" b="0" strike="noStrike" spc="-1">
              <a:latin typeface="Arial"/>
            </a:endParaRPr>
          </a:p>
          <a:p>
            <a:pPr algn="r">
              <a:lnSpc>
                <a:spcPct val="100000"/>
              </a:lnSpc>
              <a:spcBef>
                <a:spcPts val="4399"/>
              </a:spcBef>
              <a:tabLst>
                <a:tab pos="0" algn="l"/>
              </a:tabLst>
            </a:pPr>
            <a:r>
              <a:rPr lang="en" sz="1000" b="0" strike="noStrike" spc="-1">
                <a:solidFill>
                  <a:srgbClr val="D1C8DA"/>
                </a:solidFill>
                <a:latin typeface="Barlow Light"/>
                <a:ea typeface="Barlow Light"/>
              </a:rPr>
              <a:t>1000</a:t>
            </a:r>
            <a:endParaRPr lang="en-AU" sz="1000" b="0" strike="noStrike" spc="-1">
              <a:latin typeface="Arial"/>
            </a:endParaRPr>
          </a:p>
          <a:p>
            <a:pPr algn="r">
              <a:lnSpc>
                <a:spcPct val="100000"/>
              </a:lnSpc>
              <a:spcBef>
                <a:spcPts val="4399"/>
              </a:spcBef>
              <a:spcAft>
                <a:spcPts val="4399"/>
              </a:spcAft>
              <a:tabLst>
                <a:tab pos="0" algn="l"/>
              </a:tabLst>
            </a:pPr>
            <a:r>
              <a:rPr lang="en" sz="1000" b="0" strike="noStrike" spc="-1">
                <a:solidFill>
                  <a:srgbClr val="D1C8DA"/>
                </a:solidFill>
                <a:latin typeface="Barlow Light"/>
                <a:ea typeface="Barlow Light"/>
              </a:rPr>
              <a:t>0</a:t>
            </a:r>
            <a:endParaRPr lang="en-AU" sz="1000" b="0" strike="noStrike" spc="-1">
              <a:latin typeface="Arial"/>
            </a:endParaRPr>
          </a:p>
        </p:txBody>
      </p:sp>
      <p:sp>
        <p:nvSpPr>
          <p:cNvPr id="538" name="CustomShape 9"/>
          <p:cNvSpPr/>
          <p:nvPr/>
        </p:nvSpPr>
        <p:spPr>
          <a:xfrm>
            <a:off x="1572840" y="2381040"/>
            <a:ext cx="232920" cy="155304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39" name="CustomShape 10"/>
          <p:cNvSpPr/>
          <p:nvPr/>
        </p:nvSpPr>
        <p:spPr>
          <a:xfrm>
            <a:off x="1887120" y="1986840"/>
            <a:ext cx="232920" cy="194724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40" name="CustomShape 11"/>
          <p:cNvSpPr/>
          <p:nvPr/>
        </p:nvSpPr>
        <p:spPr>
          <a:xfrm>
            <a:off x="2201400" y="2493720"/>
            <a:ext cx="232920" cy="1440360"/>
          </a:xfrm>
          <a:prstGeom prst="rect">
            <a:avLst/>
          </a:prstGeom>
          <a:solidFill>
            <a:schemeClr val="accent3"/>
          </a:solidFill>
          <a:ln>
            <a:noFill/>
          </a:ln>
        </p:spPr>
        <p:style>
          <a:lnRef idx="0">
            <a:scrgbClr r="0" g="0" b="0"/>
          </a:lnRef>
          <a:fillRef idx="0">
            <a:scrgbClr r="0" g="0" b="0"/>
          </a:fillRef>
          <a:effectRef idx="0">
            <a:scrgbClr r="0" g="0" b="0"/>
          </a:effectRef>
          <a:fontRef idx="minor"/>
        </p:style>
      </p:sp>
      <p:sp>
        <p:nvSpPr>
          <p:cNvPr id="541" name="CustomShape 12"/>
          <p:cNvSpPr/>
          <p:nvPr/>
        </p:nvSpPr>
        <p:spPr>
          <a:xfrm>
            <a:off x="3325680" y="2694600"/>
            <a:ext cx="232920" cy="123912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42" name="CustomShape 13"/>
          <p:cNvSpPr/>
          <p:nvPr/>
        </p:nvSpPr>
        <p:spPr>
          <a:xfrm>
            <a:off x="3639960" y="2096280"/>
            <a:ext cx="232920" cy="183780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43" name="CustomShape 14"/>
          <p:cNvSpPr/>
          <p:nvPr/>
        </p:nvSpPr>
        <p:spPr>
          <a:xfrm>
            <a:off x="3954240" y="1440000"/>
            <a:ext cx="232920" cy="2494440"/>
          </a:xfrm>
          <a:prstGeom prst="rect">
            <a:avLst/>
          </a:prstGeom>
          <a:solidFill>
            <a:schemeClr val="accent3"/>
          </a:solidFill>
          <a:ln>
            <a:noFill/>
          </a:ln>
        </p:spPr>
        <p:style>
          <a:lnRef idx="0">
            <a:scrgbClr r="0" g="0" b="0"/>
          </a:lnRef>
          <a:fillRef idx="0">
            <a:scrgbClr r="0" g="0" b="0"/>
          </a:fillRef>
          <a:effectRef idx="0">
            <a:scrgbClr r="0" g="0" b="0"/>
          </a:effectRef>
          <a:fontRef idx="minor"/>
        </p:style>
      </p:sp>
      <p:sp>
        <p:nvSpPr>
          <p:cNvPr id="544" name="CustomShape 15"/>
          <p:cNvSpPr/>
          <p:nvPr/>
        </p:nvSpPr>
        <p:spPr>
          <a:xfrm>
            <a:off x="5078880" y="2140200"/>
            <a:ext cx="232920" cy="179388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45" name="CustomShape 16"/>
          <p:cNvSpPr/>
          <p:nvPr/>
        </p:nvSpPr>
        <p:spPr>
          <a:xfrm>
            <a:off x="5393160" y="1074600"/>
            <a:ext cx="232920" cy="285948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46" name="CustomShape 17"/>
          <p:cNvSpPr/>
          <p:nvPr/>
        </p:nvSpPr>
        <p:spPr>
          <a:xfrm>
            <a:off x="5707440" y="2322720"/>
            <a:ext cx="232920" cy="1611360"/>
          </a:xfrm>
          <a:prstGeom prst="rect">
            <a:avLst/>
          </a:prstGeom>
          <a:solidFill>
            <a:schemeClr val="accent3"/>
          </a:solidFill>
          <a:ln>
            <a:noFill/>
          </a:ln>
        </p:spPr>
        <p:style>
          <a:lnRef idx="0">
            <a:scrgbClr r="0" g="0" b="0"/>
          </a:lnRef>
          <a:fillRef idx="0">
            <a:scrgbClr r="0" g="0" b="0"/>
          </a:fillRef>
          <a:effectRef idx="0">
            <a:scrgbClr r="0" g="0" b="0"/>
          </a:effectRef>
          <a:fontRef idx="minor"/>
        </p:style>
      </p:sp>
      <p:sp>
        <p:nvSpPr>
          <p:cNvPr id="547" name="CustomShape 18"/>
          <p:cNvSpPr/>
          <p:nvPr/>
        </p:nvSpPr>
        <p:spPr>
          <a:xfrm>
            <a:off x="6831720" y="2753280"/>
            <a:ext cx="232920" cy="1180800"/>
          </a:xfrm>
          <a:prstGeom prst="rect">
            <a:avLst/>
          </a:prstGeom>
          <a:solidFill>
            <a:schemeClr val="accent1"/>
          </a:solidFill>
          <a:ln>
            <a:noFill/>
          </a:ln>
        </p:spPr>
        <p:style>
          <a:lnRef idx="0">
            <a:scrgbClr r="0" g="0" b="0"/>
          </a:lnRef>
          <a:fillRef idx="0">
            <a:scrgbClr r="0" g="0" b="0"/>
          </a:fillRef>
          <a:effectRef idx="0">
            <a:scrgbClr r="0" g="0" b="0"/>
          </a:effectRef>
          <a:fontRef idx="minor"/>
        </p:style>
      </p:sp>
      <p:sp>
        <p:nvSpPr>
          <p:cNvPr id="548" name="CustomShape 19"/>
          <p:cNvSpPr/>
          <p:nvPr/>
        </p:nvSpPr>
        <p:spPr>
          <a:xfrm>
            <a:off x="7146000" y="1293480"/>
            <a:ext cx="232920" cy="264060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49" name="CustomShape 20"/>
          <p:cNvSpPr/>
          <p:nvPr/>
        </p:nvSpPr>
        <p:spPr>
          <a:xfrm>
            <a:off x="7460280" y="1607400"/>
            <a:ext cx="232920" cy="2326680"/>
          </a:xfrm>
          <a:prstGeom prst="rect">
            <a:avLst/>
          </a:prstGeom>
          <a:solidFill>
            <a:schemeClr val="accent3"/>
          </a:solidFill>
          <a:ln>
            <a:noFill/>
          </a:ln>
        </p:spPr>
        <p:style>
          <a:lnRef idx="0">
            <a:scrgbClr r="0" g="0" b="0"/>
          </a:lnRef>
          <a:fillRef idx="0">
            <a:scrgbClr r="0" g="0" b="0"/>
          </a:fillRef>
          <a:effectRef idx="0">
            <a:scrgbClr r="0" g="0" b="0"/>
          </a:effectRef>
          <a:fontRef idx="minor"/>
        </p:style>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CustomShape 1"/>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TIMELINE</a:t>
            </a:r>
            <a:endParaRPr lang="en-AU" sz="2400" b="0" strike="noStrike" spc="-1">
              <a:latin typeface="Arial"/>
            </a:endParaRPr>
          </a:p>
        </p:txBody>
      </p:sp>
      <p:sp>
        <p:nvSpPr>
          <p:cNvPr id="551"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647A63E2-DDA2-4D84-BC14-285CAEA76DE6}" type="slidenum">
              <a:rPr lang="en" sz="1300" b="0" strike="noStrike" spc="-1">
                <a:solidFill>
                  <a:srgbClr val="FF4093"/>
                </a:solidFill>
                <a:latin typeface="Barlow Light"/>
                <a:ea typeface="Barlow Light"/>
              </a:rPr>
              <a:pPr algn="ctr">
                <a:lnSpc>
                  <a:spcPct val="100000"/>
                </a:lnSpc>
                <a:tabLst>
                  <a:tab pos="0" algn="l"/>
                </a:tabLst>
              </a:pPr>
              <a:t>15</a:t>
            </a:fld>
            <a:endParaRPr lang="en-AU" sz="1300" b="0" strike="noStrike" spc="-1">
              <a:latin typeface="Arial"/>
            </a:endParaRPr>
          </a:p>
        </p:txBody>
      </p:sp>
      <p:sp>
        <p:nvSpPr>
          <p:cNvPr id="552" name="CustomShape 3"/>
          <p:cNvSpPr/>
          <p:nvPr/>
        </p:nvSpPr>
        <p:spPr>
          <a:xfrm>
            <a:off x="7735320" y="2755800"/>
            <a:ext cx="822240" cy="392760"/>
          </a:xfrm>
          <a:prstGeom prst="homePlate">
            <a:avLst>
              <a:gd name="adj" fmla="val 32030"/>
            </a:avLst>
          </a:prstGeom>
          <a:solidFill>
            <a:schemeClr val="accent4"/>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DEC</a:t>
            </a:r>
            <a:endParaRPr lang="en-AU" sz="1000" b="0" strike="noStrike" spc="-1">
              <a:latin typeface="Arial"/>
            </a:endParaRPr>
          </a:p>
        </p:txBody>
      </p:sp>
      <p:sp>
        <p:nvSpPr>
          <p:cNvPr id="553" name="CustomShape 4"/>
          <p:cNvSpPr/>
          <p:nvPr/>
        </p:nvSpPr>
        <p:spPr>
          <a:xfrm>
            <a:off x="7075080" y="2755800"/>
            <a:ext cx="822240" cy="392760"/>
          </a:xfrm>
          <a:prstGeom prst="homePlate">
            <a:avLst>
              <a:gd name="adj" fmla="val 32030"/>
            </a:avLst>
          </a:prstGeom>
          <a:solidFill>
            <a:schemeClr val="accent4"/>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NOV</a:t>
            </a:r>
            <a:endParaRPr lang="en-AU" sz="1000" b="0" strike="noStrike" spc="-1">
              <a:latin typeface="Arial"/>
            </a:endParaRPr>
          </a:p>
        </p:txBody>
      </p:sp>
      <p:sp>
        <p:nvSpPr>
          <p:cNvPr id="554" name="CustomShape 5"/>
          <p:cNvSpPr/>
          <p:nvPr/>
        </p:nvSpPr>
        <p:spPr>
          <a:xfrm>
            <a:off x="6415200" y="2755800"/>
            <a:ext cx="822240" cy="392760"/>
          </a:xfrm>
          <a:prstGeom prst="homePlate">
            <a:avLst>
              <a:gd name="adj" fmla="val 32030"/>
            </a:avLst>
          </a:prstGeom>
          <a:solidFill>
            <a:schemeClr val="accent4"/>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OCT</a:t>
            </a:r>
            <a:endParaRPr lang="en-AU" sz="1000" b="0" strike="noStrike" spc="-1">
              <a:latin typeface="Arial"/>
            </a:endParaRPr>
          </a:p>
        </p:txBody>
      </p:sp>
      <p:sp>
        <p:nvSpPr>
          <p:cNvPr id="555" name="CustomShape 6"/>
          <p:cNvSpPr/>
          <p:nvPr/>
        </p:nvSpPr>
        <p:spPr>
          <a:xfrm>
            <a:off x="5754960" y="2755800"/>
            <a:ext cx="822240" cy="392760"/>
          </a:xfrm>
          <a:prstGeom prst="homePlate">
            <a:avLst>
              <a:gd name="adj" fmla="val 32030"/>
            </a:avLst>
          </a:prstGeom>
          <a:solidFill>
            <a:schemeClr val="accent3"/>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SEP</a:t>
            </a:r>
            <a:endParaRPr lang="en-AU" sz="1000" b="0" strike="noStrike" spc="-1">
              <a:latin typeface="Arial"/>
            </a:endParaRPr>
          </a:p>
        </p:txBody>
      </p:sp>
      <p:sp>
        <p:nvSpPr>
          <p:cNvPr id="556" name="CustomShape 7"/>
          <p:cNvSpPr/>
          <p:nvPr/>
        </p:nvSpPr>
        <p:spPr>
          <a:xfrm>
            <a:off x="5094720" y="2755800"/>
            <a:ext cx="822240" cy="392760"/>
          </a:xfrm>
          <a:prstGeom prst="homePlate">
            <a:avLst>
              <a:gd name="adj" fmla="val 32030"/>
            </a:avLst>
          </a:prstGeom>
          <a:solidFill>
            <a:schemeClr val="accent3"/>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AUG</a:t>
            </a:r>
            <a:endParaRPr lang="en-AU" sz="1000" b="0" strike="noStrike" spc="-1">
              <a:latin typeface="Arial"/>
            </a:endParaRPr>
          </a:p>
        </p:txBody>
      </p:sp>
      <p:sp>
        <p:nvSpPr>
          <p:cNvPr id="557" name="CustomShape 8"/>
          <p:cNvSpPr/>
          <p:nvPr/>
        </p:nvSpPr>
        <p:spPr>
          <a:xfrm>
            <a:off x="4434840" y="2755800"/>
            <a:ext cx="822240" cy="392760"/>
          </a:xfrm>
          <a:prstGeom prst="homePlate">
            <a:avLst>
              <a:gd name="adj" fmla="val 32030"/>
            </a:avLst>
          </a:prstGeom>
          <a:solidFill>
            <a:schemeClr val="accent3"/>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JUL</a:t>
            </a:r>
            <a:endParaRPr lang="en-AU" sz="1000" b="0" strike="noStrike" spc="-1">
              <a:latin typeface="Arial"/>
            </a:endParaRPr>
          </a:p>
        </p:txBody>
      </p:sp>
      <p:sp>
        <p:nvSpPr>
          <p:cNvPr id="558" name="CustomShape 9"/>
          <p:cNvSpPr/>
          <p:nvPr/>
        </p:nvSpPr>
        <p:spPr>
          <a:xfrm>
            <a:off x="3774600" y="2755800"/>
            <a:ext cx="822240" cy="392760"/>
          </a:xfrm>
          <a:prstGeom prst="homePlate">
            <a:avLst>
              <a:gd name="adj" fmla="val 32030"/>
            </a:avLst>
          </a:prstGeom>
          <a:solidFill>
            <a:schemeClr val="accent2"/>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JUN</a:t>
            </a:r>
            <a:endParaRPr lang="en-AU" sz="1000" b="0" strike="noStrike" spc="-1">
              <a:latin typeface="Arial"/>
            </a:endParaRPr>
          </a:p>
        </p:txBody>
      </p:sp>
      <p:sp>
        <p:nvSpPr>
          <p:cNvPr id="559" name="CustomShape 10"/>
          <p:cNvSpPr/>
          <p:nvPr/>
        </p:nvSpPr>
        <p:spPr>
          <a:xfrm>
            <a:off x="3114720" y="2755800"/>
            <a:ext cx="822240" cy="392760"/>
          </a:xfrm>
          <a:prstGeom prst="homePlate">
            <a:avLst>
              <a:gd name="adj" fmla="val 32030"/>
            </a:avLst>
          </a:prstGeom>
          <a:solidFill>
            <a:schemeClr val="accent2"/>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MAY</a:t>
            </a:r>
            <a:endParaRPr lang="en-AU" sz="1000" b="0" strike="noStrike" spc="-1">
              <a:latin typeface="Arial"/>
            </a:endParaRPr>
          </a:p>
        </p:txBody>
      </p:sp>
      <p:sp>
        <p:nvSpPr>
          <p:cNvPr id="560" name="CustomShape 11"/>
          <p:cNvSpPr/>
          <p:nvPr/>
        </p:nvSpPr>
        <p:spPr>
          <a:xfrm>
            <a:off x="2454480" y="2755800"/>
            <a:ext cx="822240" cy="392760"/>
          </a:xfrm>
          <a:prstGeom prst="homePlate">
            <a:avLst>
              <a:gd name="adj" fmla="val 32030"/>
            </a:avLst>
          </a:prstGeom>
          <a:solidFill>
            <a:schemeClr val="accent2"/>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APR</a:t>
            </a:r>
            <a:endParaRPr lang="en-AU" sz="1000" b="0" strike="noStrike" spc="-1">
              <a:latin typeface="Arial"/>
            </a:endParaRPr>
          </a:p>
        </p:txBody>
      </p:sp>
      <p:sp>
        <p:nvSpPr>
          <p:cNvPr id="561" name="CustomShape 12"/>
          <p:cNvSpPr/>
          <p:nvPr/>
        </p:nvSpPr>
        <p:spPr>
          <a:xfrm>
            <a:off x="1794600" y="2755800"/>
            <a:ext cx="822240" cy="392760"/>
          </a:xfrm>
          <a:prstGeom prst="homePlate">
            <a:avLst>
              <a:gd name="adj" fmla="val 32030"/>
            </a:avLst>
          </a:prstGeom>
          <a:solidFill>
            <a:schemeClr val="accent1"/>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MAR</a:t>
            </a:r>
            <a:endParaRPr lang="en-AU" sz="1000" b="0" strike="noStrike" spc="-1">
              <a:latin typeface="Arial"/>
            </a:endParaRPr>
          </a:p>
        </p:txBody>
      </p:sp>
      <p:sp>
        <p:nvSpPr>
          <p:cNvPr id="562" name="CustomShape 13"/>
          <p:cNvSpPr/>
          <p:nvPr/>
        </p:nvSpPr>
        <p:spPr>
          <a:xfrm>
            <a:off x="1134360" y="2755800"/>
            <a:ext cx="822240" cy="392760"/>
          </a:xfrm>
          <a:prstGeom prst="homePlate">
            <a:avLst>
              <a:gd name="adj" fmla="val 32030"/>
            </a:avLst>
          </a:prstGeom>
          <a:solidFill>
            <a:schemeClr val="accent1"/>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FEB</a:t>
            </a:r>
            <a:endParaRPr lang="en-AU" sz="1000" b="0" strike="noStrike" spc="-1">
              <a:latin typeface="Arial"/>
            </a:endParaRPr>
          </a:p>
        </p:txBody>
      </p:sp>
      <p:sp>
        <p:nvSpPr>
          <p:cNvPr id="563" name="CustomShape 14"/>
          <p:cNvSpPr/>
          <p:nvPr/>
        </p:nvSpPr>
        <p:spPr>
          <a:xfrm>
            <a:off x="474120" y="2755800"/>
            <a:ext cx="822240" cy="392760"/>
          </a:xfrm>
          <a:prstGeom prst="homePlate">
            <a:avLst>
              <a:gd name="adj" fmla="val 32030"/>
            </a:avLst>
          </a:prstGeom>
          <a:solidFill>
            <a:schemeClr val="accent1"/>
          </a:soli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txBody>
          <a:bodyPr lIns="274320" tIns="0" rIns="0" bIns="0" anchor="ctr">
            <a:noAutofit/>
          </a:bodyPr>
          <a:lstStyle/>
          <a:p>
            <a:pPr>
              <a:lnSpc>
                <a:spcPct val="100000"/>
              </a:lnSpc>
              <a:tabLst>
                <a:tab pos="0" algn="l"/>
              </a:tabLst>
            </a:pPr>
            <a:r>
              <a:rPr lang="en" sz="1000" b="0" strike="noStrike" spc="-1">
                <a:solidFill>
                  <a:srgbClr val="FFFFFF"/>
                </a:solidFill>
                <a:latin typeface="Barlow Light"/>
                <a:ea typeface="Barlow Light"/>
              </a:rPr>
              <a:t>JAN</a:t>
            </a:r>
            <a:endParaRPr lang="en-AU" sz="1000" b="0" strike="noStrike" spc="-1">
              <a:latin typeface="Arial"/>
            </a:endParaRPr>
          </a:p>
        </p:txBody>
      </p:sp>
      <p:sp>
        <p:nvSpPr>
          <p:cNvPr id="564" name="CustomShape 15"/>
          <p:cNvSpPr/>
          <p:nvPr/>
        </p:nvSpPr>
        <p:spPr>
          <a:xfrm>
            <a:off x="0" y="2755800"/>
            <a:ext cx="636480" cy="392760"/>
          </a:xfrm>
          <a:prstGeom prst="homePlate">
            <a:avLst>
              <a:gd name="adj" fmla="val 32030"/>
            </a:avLst>
          </a:prstGeom>
          <a:gradFill rotWithShape="0">
            <a:gsLst>
              <a:gs pos="0">
                <a:srgbClr val="0E0918"/>
              </a:gs>
              <a:gs pos="100000">
                <a:srgbClr val="572D7E"/>
              </a:gs>
            </a:gsLst>
            <a:lin ang="2700000"/>
          </a:gradFill>
          <a:ln>
            <a:noFill/>
          </a:ln>
          <a:effectLst>
            <a:outerShdw blurRad="28575" dist="9360" algn="bl" rotWithShape="0">
              <a:srgbClr val="000000">
                <a:alpha val="20000"/>
              </a:srgbClr>
            </a:outerShdw>
          </a:effectLst>
        </p:spPr>
        <p:style>
          <a:lnRef idx="0">
            <a:scrgbClr r="0" g="0" b="0"/>
          </a:lnRef>
          <a:fillRef idx="0">
            <a:scrgbClr r="0" g="0" b="0"/>
          </a:fillRef>
          <a:effectRef idx="0">
            <a:scrgbClr r="0" g="0" b="0"/>
          </a:effectRef>
          <a:fontRef idx="minor"/>
        </p:style>
      </p:sp>
      <p:sp>
        <p:nvSpPr>
          <p:cNvPr id="565" name="CustomShape 16"/>
          <p:cNvSpPr/>
          <p:nvPr/>
        </p:nvSpPr>
        <p:spPr>
          <a:xfrm rot="10800000">
            <a:off x="7686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66" name="CustomShape 17"/>
          <p:cNvSpPr/>
          <p:nvPr/>
        </p:nvSpPr>
        <p:spPr>
          <a:xfrm>
            <a:off x="72792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Blue is the colour of the clear sky and the deep sea</a:t>
            </a:r>
            <a:endParaRPr lang="en-AU" sz="900" b="0" strike="noStrike" spc="-1">
              <a:latin typeface="Arial"/>
            </a:endParaRPr>
          </a:p>
        </p:txBody>
      </p:sp>
      <p:sp>
        <p:nvSpPr>
          <p:cNvPr id="567" name="CustomShape 18"/>
          <p:cNvSpPr/>
          <p:nvPr/>
        </p:nvSpPr>
        <p:spPr>
          <a:xfrm rot="10800000">
            <a:off x="20898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68" name="CustomShape 19"/>
          <p:cNvSpPr/>
          <p:nvPr/>
        </p:nvSpPr>
        <p:spPr>
          <a:xfrm>
            <a:off x="205056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Red is the colour of danger and courage</a:t>
            </a:r>
            <a:endParaRPr lang="en-AU" sz="900" b="0" strike="noStrike" spc="-1">
              <a:latin typeface="Arial"/>
            </a:endParaRPr>
          </a:p>
        </p:txBody>
      </p:sp>
      <p:sp>
        <p:nvSpPr>
          <p:cNvPr id="569" name="CustomShape 20"/>
          <p:cNvSpPr/>
          <p:nvPr/>
        </p:nvSpPr>
        <p:spPr>
          <a:xfrm rot="10800000">
            <a:off x="34110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70" name="CustomShape 21"/>
          <p:cNvSpPr/>
          <p:nvPr/>
        </p:nvSpPr>
        <p:spPr>
          <a:xfrm>
            <a:off x="337356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Black is the color of ebony and of outer space</a:t>
            </a:r>
            <a:endParaRPr lang="en-AU" sz="900" b="0" strike="noStrike" spc="-1">
              <a:latin typeface="Arial"/>
            </a:endParaRPr>
          </a:p>
        </p:txBody>
      </p:sp>
      <p:sp>
        <p:nvSpPr>
          <p:cNvPr id="571" name="CustomShape 22"/>
          <p:cNvSpPr/>
          <p:nvPr/>
        </p:nvSpPr>
        <p:spPr>
          <a:xfrm rot="10800000">
            <a:off x="47322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72" name="CustomShape 23"/>
          <p:cNvSpPr/>
          <p:nvPr/>
        </p:nvSpPr>
        <p:spPr>
          <a:xfrm>
            <a:off x="469620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Yellow is the color of gold, butter and ripe lemons</a:t>
            </a:r>
            <a:endParaRPr lang="en-AU" sz="900" b="0" strike="noStrike" spc="-1">
              <a:latin typeface="Arial"/>
            </a:endParaRPr>
          </a:p>
        </p:txBody>
      </p:sp>
      <p:sp>
        <p:nvSpPr>
          <p:cNvPr id="573" name="CustomShape 24"/>
          <p:cNvSpPr/>
          <p:nvPr/>
        </p:nvSpPr>
        <p:spPr>
          <a:xfrm rot="10800000">
            <a:off x="60534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74" name="CustomShape 25"/>
          <p:cNvSpPr/>
          <p:nvPr/>
        </p:nvSpPr>
        <p:spPr>
          <a:xfrm>
            <a:off x="601884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White is the color of milk and fresh snow</a:t>
            </a:r>
            <a:endParaRPr lang="en-AU" sz="900" b="0" strike="noStrike" spc="-1">
              <a:latin typeface="Arial"/>
            </a:endParaRPr>
          </a:p>
        </p:txBody>
      </p:sp>
      <p:sp>
        <p:nvSpPr>
          <p:cNvPr id="575" name="CustomShape 26"/>
          <p:cNvSpPr/>
          <p:nvPr/>
        </p:nvSpPr>
        <p:spPr>
          <a:xfrm rot="10800000">
            <a:off x="7374600" y="228276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76" name="CustomShape 27"/>
          <p:cNvSpPr/>
          <p:nvPr/>
        </p:nvSpPr>
        <p:spPr>
          <a:xfrm>
            <a:off x="7341480" y="172728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tabLst>
                <a:tab pos="0" algn="l"/>
              </a:tabLst>
            </a:pPr>
            <a:r>
              <a:rPr lang="en" sz="900" b="0" strike="noStrike" spc="-1">
                <a:solidFill>
                  <a:srgbClr val="D1C8DA"/>
                </a:solidFill>
                <a:latin typeface="Barlow Light"/>
                <a:ea typeface="Barlow Light"/>
              </a:rPr>
              <a:t>Blue is the colour of the clear sky and the deep sea</a:t>
            </a:r>
            <a:endParaRPr lang="en-AU" sz="900" b="0" strike="noStrike" spc="-1">
              <a:latin typeface="Arial"/>
            </a:endParaRPr>
          </a:p>
        </p:txBody>
      </p:sp>
      <p:sp>
        <p:nvSpPr>
          <p:cNvPr id="577" name="CustomShape 28"/>
          <p:cNvSpPr/>
          <p:nvPr/>
        </p:nvSpPr>
        <p:spPr>
          <a:xfrm rot="10800000">
            <a:off x="143928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78" name="CustomShape 29"/>
          <p:cNvSpPr/>
          <p:nvPr/>
        </p:nvSpPr>
        <p:spPr>
          <a:xfrm>
            <a:off x="1369440" y="364824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Yellow is the color of gold, butter and ripe lemons</a:t>
            </a:r>
            <a:endParaRPr lang="en-AU" sz="900" b="0" strike="noStrike" spc="-1">
              <a:latin typeface="Arial"/>
            </a:endParaRPr>
          </a:p>
        </p:txBody>
      </p:sp>
      <p:sp>
        <p:nvSpPr>
          <p:cNvPr id="579" name="CustomShape 30"/>
          <p:cNvSpPr/>
          <p:nvPr/>
        </p:nvSpPr>
        <p:spPr>
          <a:xfrm rot="10800000">
            <a:off x="276048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80" name="CustomShape 31"/>
          <p:cNvSpPr/>
          <p:nvPr/>
        </p:nvSpPr>
        <p:spPr>
          <a:xfrm>
            <a:off x="2700000" y="364824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White is the color of milk and fresh snow</a:t>
            </a:r>
            <a:endParaRPr lang="en-AU" sz="900" b="0" strike="noStrike" spc="-1">
              <a:latin typeface="Arial"/>
            </a:endParaRPr>
          </a:p>
        </p:txBody>
      </p:sp>
      <p:sp>
        <p:nvSpPr>
          <p:cNvPr id="581" name="CustomShape 32"/>
          <p:cNvSpPr/>
          <p:nvPr/>
        </p:nvSpPr>
        <p:spPr>
          <a:xfrm rot="10800000">
            <a:off x="408168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82" name="CustomShape 33"/>
          <p:cNvSpPr/>
          <p:nvPr/>
        </p:nvSpPr>
        <p:spPr>
          <a:xfrm>
            <a:off x="4030200" y="364824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Blue is the colour of the clear sky and the deep sea</a:t>
            </a:r>
            <a:endParaRPr lang="en-AU" sz="900" b="0" strike="noStrike" spc="-1">
              <a:latin typeface="Arial"/>
            </a:endParaRPr>
          </a:p>
        </p:txBody>
      </p:sp>
      <p:sp>
        <p:nvSpPr>
          <p:cNvPr id="583" name="CustomShape 34"/>
          <p:cNvSpPr/>
          <p:nvPr/>
        </p:nvSpPr>
        <p:spPr>
          <a:xfrm rot="10800000">
            <a:off x="540288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84" name="CustomShape 35"/>
          <p:cNvSpPr/>
          <p:nvPr/>
        </p:nvSpPr>
        <p:spPr>
          <a:xfrm>
            <a:off x="5360760" y="364824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Red is the colour of danger and courage</a:t>
            </a:r>
            <a:endParaRPr lang="en-AU" sz="900" b="0" strike="noStrike" spc="-1">
              <a:latin typeface="Arial"/>
            </a:endParaRPr>
          </a:p>
        </p:txBody>
      </p:sp>
      <p:sp>
        <p:nvSpPr>
          <p:cNvPr id="585" name="CustomShape 36"/>
          <p:cNvSpPr/>
          <p:nvPr/>
        </p:nvSpPr>
        <p:spPr>
          <a:xfrm rot="10800000">
            <a:off x="672444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86" name="CustomShape 37"/>
          <p:cNvSpPr/>
          <p:nvPr/>
        </p:nvSpPr>
        <p:spPr>
          <a:xfrm>
            <a:off x="6690960" y="3648240"/>
            <a:ext cx="124884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Black is the color of ebony and of outer space</a:t>
            </a:r>
            <a:endParaRPr lang="en-AU" sz="900" b="0" strike="noStrike" spc="-1">
              <a:latin typeface="Arial"/>
            </a:endParaRPr>
          </a:p>
        </p:txBody>
      </p:sp>
      <p:sp>
        <p:nvSpPr>
          <p:cNvPr id="587" name="CustomShape 38"/>
          <p:cNvSpPr/>
          <p:nvPr/>
        </p:nvSpPr>
        <p:spPr>
          <a:xfrm rot="10800000">
            <a:off x="8045640" y="3125520"/>
            <a:ext cx="360" cy="497880"/>
          </a:xfrm>
          <a:custGeom>
            <a:avLst/>
            <a:gdLst/>
            <a:ahLst/>
            <a:cxnLst/>
            <a:rect l="l" t="t" r="r" b="b"/>
            <a:pathLst>
              <a:path w="21600" h="21600">
                <a:moveTo>
                  <a:pt x="0" y="0"/>
                </a:moveTo>
                <a:lnTo>
                  <a:pt x="21600" y="21600"/>
                </a:lnTo>
              </a:path>
            </a:pathLst>
          </a:custGeom>
          <a:noFill/>
          <a:ln w="9360">
            <a:solidFill>
              <a:schemeClr val="lt2"/>
            </a:solidFill>
            <a:round/>
            <a:headEnd type="oval" w="med" len="med"/>
            <a:tailEnd type="oval" w="med" len="med"/>
          </a:ln>
        </p:spPr>
        <p:style>
          <a:lnRef idx="0">
            <a:scrgbClr r="0" g="0" b="0"/>
          </a:lnRef>
          <a:fillRef idx="0">
            <a:scrgbClr r="0" g="0" b="0"/>
          </a:fillRef>
          <a:effectRef idx="0">
            <a:scrgbClr r="0" g="0" b="0"/>
          </a:effectRef>
          <a:fontRef idx="minor"/>
        </p:style>
      </p:sp>
      <p:sp>
        <p:nvSpPr>
          <p:cNvPr id="588" name="CustomShape 39"/>
          <p:cNvSpPr/>
          <p:nvPr/>
        </p:nvSpPr>
        <p:spPr>
          <a:xfrm>
            <a:off x="8008200" y="3648240"/>
            <a:ext cx="103392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tabLst>
                <a:tab pos="0" algn="l"/>
              </a:tabLst>
            </a:pPr>
            <a:r>
              <a:rPr lang="en" sz="900" b="0" strike="noStrike" spc="-1">
                <a:solidFill>
                  <a:srgbClr val="D1C8DA"/>
                </a:solidFill>
                <a:latin typeface="Barlow Light"/>
                <a:ea typeface="Barlow Light"/>
              </a:rPr>
              <a:t>Yellow is the color of gold, butter and ripe lemons</a:t>
            </a:r>
            <a:endParaRPr lang="en-AU" sz="900" b="0" strike="noStrike" spc="-1">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CustomShape 1"/>
          <p:cNvSpPr/>
          <p:nvPr/>
        </p:nvSpPr>
        <p:spPr>
          <a:xfrm>
            <a:off x="855360" y="835920"/>
            <a:ext cx="5306400" cy="395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tabLst>
                <a:tab pos="0" algn="l"/>
              </a:tabLst>
            </a:pPr>
            <a:r>
              <a:rPr lang="en" sz="2400" b="1" strike="noStrike" spc="-1">
                <a:solidFill>
                  <a:srgbClr val="FF9E44"/>
                </a:solidFill>
                <a:latin typeface="Barlow"/>
                <a:ea typeface="Barlow"/>
              </a:rPr>
              <a:t>ROADMAP</a:t>
            </a:r>
            <a:endParaRPr lang="en-AU" sz="2400" b="0" strike="noStrike" spc="-1">
              <a:latin typeface="Arial"/>
            </a:endParaRPr>
          </a:p>
        </p:txBody>
      </p:sp>
      <p:sp>
        <p:nvSpPr>
          <p:cNvPr id="590" name="CustomShape 2"/>
          <p:cNvSpPr/>
          <p:nvPr/>
        </p:nvSpPr>
        <p:spPr>
          <a:xfrm>
            <a:off x="8693280" y="4749840"/>
            <a:ext cx="450000" cy="34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fld id="{3F417FBC-758A-4560-8836-0CE30BFB4F2D}" type="slidenum">
              <a:rPr lang="en" sz="1300" b="0" strike="noStrike" spc="-1">
                <a:solidFill>
                  <a:srgbClr val="FF4093"/>
                </a:solidFill>
                <a:latin typeface="Barlow Light"/>
                <a:ea typeface="Barlow Light"/>
              </a:rPr>
              <a:pPr algn="ctr">
                <a:lnSpc>
                  <a:spcPct val="100000"/>
                </a:lnSpc>
                <a:tabLst>
                  <a:tab pos="0" algn="l"/>
                </a:tabLst>
              </a:pPr>
              <a:t>16</a:t>
            </a:fld>
            <a:endParaRPr lang="en-AU" sz="1300" b="0" strike="noStrike" spc="-1">
              <a:latin typeface="Arial"/>
            </a:endParaRPr>
          </a:p>
        </p:txBody>
      </p:sp>
      <p:sp>
        <p:nvSpPr>
          <p:cNvPr id="591" name="CustomShape 3"/>
          <p:cNvSpPr/>
          <p:nvPr/>
        </p:nvSpPr>
        <p:spPr>
          <a:xfrm>
            <a:off x="0" y="2370960"/>
            <a:ext cx="9143280" cy="1010160"/>
          </a:xfrm>
          <a:custGeom>
            <a:avLst/>
            <a:gdLst/>
            <a:ahLst/>
            <a:cxnLst/>
            <a:rect l="l" t="t" r="r" b="b"/>
            <a:pathLst>
              <a:path w="12192000" h="1348058">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a:solidFill>
              <a:schemeClr val="lt2"/>
            </a:solidFill>
            <a:miter/>
          </a:ln>
        </p:spPr>
        <p:style>
          <a:lnRef idx="0">
            <a:scrgbClr r="0" g="0" b="0"/>
          </a:lnRef>
          <a:fillRef idx="0">
            <a:scrgbClr r="0" g="0" b="0"/>
          </a:fillRef>
          <a:effectRef idx="0">
            <a:scrgbClr r="0" g="0" b="0"/>
          </a:effectRef>
          <a:fontRef idx="minor"/>
        </p:style>
      </p:sp>
      <p:sp>
        <p:nvSpPr>
          <p:cNvPr id="592" name="CustomShape 4"/>
          <p:cNvSpPr/>
          <p:nvPr/>
        </p:nvSpPr>
        <p:spPr>
          <a:xfrm>
            <a:off x="0" y="2370960"/>
            <a:ext cx="9143280" cy="1010160"/>
          </a:xfrm>
          <a:custGeom>
            <a:avLst/>
            <a:gdLst/>
            <a:ahLst/>
            <a:cxnLst/>
            <a:rect l="l" t="t" r="r" b="b"/>
            <a:pathLst>
              <a:path w="12192000" h="1348058">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80">
            <a:solidFill>
              <a:schemeClr val="dk1"/>
            </a:solidFill>
            <a:prstDash val="dash"/>
            <a:miter/>
          </a:ln>
        </p:spPr>
        <p:style>
          <a:lnRef idx="0">
            <a:scrgbClr r="0" g="0" b="0"/>
          </a:lnRef>
          <a:fillRef idx="0">
            <a:scrgbClr r="0" g="0" b="0"/>
          </a:fillRef>
          <a:effectRef idx="0">
            <a:scrgbClr r="0" g="0" b="0"/>
          </a:effectRef>
          <a:fontRef idx="minor"/>
        </p:style>
      </p:sp>
      <p:grpSp>
        <p:nvGrpSpPr>
          <p:cNvPr id="593" name="Group 5"/>
          <p:cNvGrpSpPr/>
          <p:nvPr/>
        </p:nvGrpSpPr>
        <p:grpSpPr>
          <a:xfrm>
            <a:off x="1787040" y="1703880"/>
            <a:ext cx="472320" cy="472320"/>
            <a:chOff x="1787040" y="1703880"/>
            <a:chExt cx="472320" cy="472320"/>
          </a:xfrm>
        </p:grpSpPr>
        <p:sp>
          <p:nvSpPr>
            <p:cNvPr id="594" name="CustomShape 6"/>
            <p:cNvSpPr/>
            <p:nvPr/>
          </p:nvSpPr>
          <p:spPr>
            <a:xfrm rot="8100000">
              <a:off x="1855800" y="1773000"/>
              <a:ext cx="334080" cy="334080"/>
            </a:xfrm>
            <a:prstGeom prst="teardrop">
              <a:avLst>
                <a:gd name="adj" fmla="val 100000"/>
              </a:avLst>
            </a:prstGeom>
            <a:solidFill>
              <a:schemeClr val="accent1"/>
            </a:solidFill>
            <a:ln>
              <a:noFill/>
            </a:ln>
          </p:spPr>
          <p:style>
            <a:lnRef idx="0">
              <a:scrgbClr r="0" g="0" b="0"/>
            </a:lnRef>
            <a:fillRef idx="0">
              <a:scrgbClr r="0" g="0" b="0"/>
            </a:fillRef>
            <a:effectRef idx="0">
              <a:scrgbClr r="0" g="0" b="0"/>
            </a:effectRef>
            <a:fontRef idx="minor"/>
          </p:style>
        </p:sp>
        <p:sp>
          <p:nvSpPr>
            <p:cNvPr id="595" name="CustomShape 7"/>
            <p:cNvSpPr/>
            <p:nvPr/>
          </p:nvSpPr>
          <p:spPr>
            <a:xfrm>
              <a:off x="1957680" y="186660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1</a:t>
              </a:r>
              <a:endParaRPr lang="en-AU" sz="600" b="0" strike="noStrike" spc="-1">
                <a:latin typeface="Arial"/>
              </a:endParaRPr>
            </a:p>
          </p:txBody>
        </p:sp>
      </p:grpSp>
      <p:grpSp>
        <p:nvGrpSpPr>
          <p:cNvPr id="596" name="Group 8"/>
          <p:cNvGrpSpPr/>
          <p:nvPr/>
        </p:nvGrpSpPr>
        <p:grpSpPr>
          <a:xfrm>
            <a:off x="3815280" y="1703880"/>
            <a:ext cx="472320" cy="472320"/>
            <a:chOff x="3815280" y="1703880"/>
            <a:chExt cx="472320" cy="472320"/>
          </a:xfrm>
        </p:grpSpPr>
        <p:sp>
          <p:nvSpPr>
            <p:cNvPr id="597" name="CustomShape 9"/>
            <p:cNvSpPr/>
            <p:nvPr/>
          </p:nvSpPr>
          <p:spPr>
            <a:xfrm rot="8100000">
              <a:off x="3884040" y="1773000"/>
              <a:ext cx="334080" cy="334080"/>
            </a:xfrm>
            <a:prstGeom prst="teardrop">
              <a:avLst>
                <a:gd name="adj" fmla="val 100000"/>
              </a:avLst>
            </a:prstGeom>
            <a:solidFill>
              <a:schemeClr val="accent3"/>
            </a:solidFill>
            <a:ln>
              <a:noFill/>
            </a:ln>
          </p:spPr>
          <p:style>
            <a:lnRef idx="0">
              <a:scrgbClr r="0" g="0" b="0"/>
            </a:lnRef>
            <a:fillRef idx="0">
              <a:scrgbClr r="0" g="0" b="0"/>
            </a:fillRef>
            <a:effectRef idx="0">
              <a:scrgbClr r="0" g="0" b="0"/>
            </a:effectRef>
            <a:fontRef idx="minor"/>
          </p:style>
        </p:sp>
        <p:sp>
          <p:nvSpPr>
            <p:cNvPr id="598" name="CustomShape 10"/>
            <p:cNvSpPr/>
            <p:nvPr/>
          </p:nvSpPr>
          <p:spPr>
            <a:xfrm>
              <a:off x="3985920" y="186660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3</a:t>
              </a:r>
              <a:endParaRPr lang="en-AU" sz="600" b="0" strike="noStrike" spc="-1">
                <a:latin typeface="Arial"/>
              </a:endParaRPr>
            </a:p>
          </p:txBody>
        </p:sp>
      </p:grpSp>
      <p:grpSp>
        <p:nvGrpSpPr>
          <p:cNvPr id="599" name="Group 11"/>
          <p:cNvGrpSpPr/>
          <p:nvPr/>
        </p:nvGrpSpPr>
        <p:grpSpPr>
          <a:xfrm>
            <a:off x="5843160" y="1703880"/>
            <a:ext cx="472320" cy="472320"/>
            <a:chOff x="5843160" y="1703880"/>
            <a:chExt cx="472320" cy="472320"/>
          </a:xfrm>
        </p:grpSpPr>
        <p:sp>
          <p:nvSpPr>
            <p:cNvPr id="600" name="CustomShape 12"/>
            <p:cNvSpPr/>
            <p:nvPr/>
          </p:nvSpPr>
          <p:spPr>
            <a:xfrm rot="8100000">
              <a:off x="5911920" y="1773000"/>
              <a:ext cx="334080" cy="334080"/>
            </a:xfrm>
            <a:prstGeom prst="teardrop">
              <a:avLst>
                <a:gd name="adj" fmla="val 100000"/>
              </a:avLst>
            </a:prstGeom>
            <a:solidFill>
              <a:schemeClr val="accent5"/>
            </a:solidFill>
            <a:ln>
              <a:noFill/>
            </a:ln>
          </p:spPr>
          <p:style>
            <a:lnRef idx="0">
              <a:scrgbClr r="0" g="0" b="0"/>
            </a:lnRef>
            <a:fillRef idx="0">
              <a:scrgbClr r="0" g="0" b="0"/>
            </a:fillRef>
            <a:effectRef idx="0">
              <a:scrgbClr r="0" g="0" b="0"/>
            </a:effectRef>
            <a:fontRef idx="minor"/>
          </p:style>
        </p:sp>
        <p:sp>
          <p:nvSpPr>
            <p:cNvPr id="601" name="CustomShape 13"/>
            <p:cNvSpPr/>
            <p:nvPr/>
          </p:nvSpPr>
          <p:spPr>
            <a:xfrm>
              <a:off x="6013800" y="186660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5</a:t>
              </a:r>
              <a:endParaRPr lang="en-AU" sz="600" b="0" strike="noStrike" spc="-1">
                <a:latin typeface="Arial"/>
              </a:endParaRPr>
            </a:p>
          </p:txBody>
        </p:sp>
      </p:grpSp>
      <p:grpSp>
        <p:nvGrpSpPr>
          <p:cNvPr id="602" name="Group 14"/>
          <p:cNvGrpSpPr/>
          <p:nvPr/>
        </p:nvGrpSpPr>
        <p:grpSpPr>
          <a:xfrm>
            <a:off x="6880680" y="3576960"/>
            <a:ext cx="472320" cy="472320"/>
            <a:chOff x="6880680" y="3576960"/>
            <a:chExt cx="472320" cy="472320"/>
          </a:xfrm>
        </p:grpSpPr>
        <p:sp>
          <p:nvSpPr>
            <p:cNvPr id="603" name="CustomShape 15"/>
            <p:cNvSpPr/>
            <p:nvPr/>
          </p:nvSpPr>
          <p:spPr>
            <a:xfrm rot="18900000">
              <a:off x="6949800" y="3646080"/>
              <a:ext cx="334080" cy="334080"/>
            </a:xfrm>
            <a:prstGeom prst="teardrop">
              <a:avLst>
                <a:gd name="adj" fmla="val 100000"/>
              </a:avLst>
            </a:prstGeom>
            <a:solidFill>
              <a:schemeClr val="accent6"/>
            </a:solidFill>
            <a:ln>
              <a:noFill/>
            </a:ln>
          </p:spPr>
          <p:style>
            <a:lnRef idx="0">
              <a:scrgbClr r="0" g="0" b="0"/>
            </a:lnRef>
            <a:fillRef idx="0">
              <a:scrgbClr r="0" g="0" b="0"/>
            </a:fillRef>
            <a:effectRef idx="0">
              <a:scrgbClr r="0" g="0" b="0"/>
            </a:effectRef>
            <a:fontRef idx="minor"/>
          </p:style>
        </p:sp>
        <p:sp>
          <p:nvSpPr>
            <p:cNvPr id="604" name="CustomShape 16"/>
            <p:cNvSpPr/>
            <p:nvPr/>
          </p:nvSpPr>
          <p:spPr>
            <a:xfrm flipH="1">
              <a:off x="7051320" y="375264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6</a:t>
              </a:r>
              <a:endParaRPr lang="en-AU" sz="600" b="0" strike="noStrike" spc="-1">
                <a:latin typeface="Arial"/>
              </a:endParaRPr>
            </a:p>
          </p:txBody>
        </p:sp>
      </p:grpSp>
      <p:grpSp>
        <p:nvGrpSpPr>
          <p:cNvPr id="605" name="Group 17"/>
          <p:cNvGrpSpPr/>
          <p:nvPr/>
        </p:nvGrpSpPr>
        <p:grpSpPr>
          <a:xfrm>
            <a:off x="4852800" y="3576960"/>
            <a:ext cx="472320" cy="472320"/>
            <a:chOff x="4852800" y="3576960"/>
            <a:chExt cx="472320" cy="472320"/>
          </a:xfrm>
        </p:grpSpPr>
        <p:sp>
          <p:nvSpPr>
            <p:cNvPr id="606" name="CustomShape 18"/>
            <p:cNvSpPr/>
            <p:nvPr/>
          </p:nvSpPr>
          <p:spPr>
            <a:xfrm rot="18900000">
              <a:off x="4921920" y="3646080"/>
              <a:ext cx="334080" cy="334080"/>
            </a:xfrm>
            <a:prstGeom prst="teardrop">
              <a:avLst>
                <a:gd name="adj" fmla="val 100000"/>
              </a:avLst>
            </a:prstGeom>
            <a:solidFill>
              <a:schemeClr val="accent4"/>
            </a:solidFill>
            <a:ln>
              <a:noFill/>
            </a:ln>
          </p:spPr>
          <p:style>
            <a:lnRef idx="0">
              <a:scrgbClr r="0" g="0" b="0"/>
            </a:lnRef>
            <a:fillRef idx="0">
              <a:scrgbClr r="0" g="0" b="0"/>
            </a:fillRef>
            <a:effectRef idx="0">
              <a:scrgbClr r="0" g="0" b="0"/>
            </a:effectRef>
            <a:fontRef idx="minor"/>
          </p:style>
        </p:sp>
        <p:sp>
          <p:nvSpPr>
            <p:cNvPr id="607" name="CustomShape 19"/>
            <p:cNvSpPr/>
            <p:nvPr/>
          </p:nvSpPr>
          <p:spPr>
            <a:xfrm flipH="1">
              <a:off x="5023440" y="375264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4</a:t>
              </a:r>
              <a:endParaRPr lang="en-AU" sz="600" b="0" strike="noStrike" spc="-1">
                <a:latin typeface="Arial"/>
              </a:endParaRPr>
            </a:p>
          </p:txBody>
        </p:sp>
      </p:grpSp>
      <p:grpSp>
        <p:nvGrpSpPr>
          <p:cNvPr id="608" name="Group 20"/>
          <p:cNvGrpSpPr/>
          <p:nvPr/>
        </p:nvGrpSpPr>
        <p:grpSpPr>
          <a:xfrm>
            <a:off x="2824560" y="3576960"/>
            <a:ext cx="472320" cy="472320"/>
            <a:chOff x="2824560" y="3576960"/>
            <a:chExt cx="472320" cy="472320"/>
          </a:xfrm>
        </p:grpSpPr>
        <p:sp>
          <p:nvSpPr>
            <p:cNvPr id="609" name="CustomShape 21"/>
            <p:cNvSpPr/>
            <p:nvPr/>
          </p:nvSpPr>
          <p:spPr>
            <a:xfrm rot="18900000">
              <a:off x="2893680" y="3646080"/>
              <a:ext cx="334080" cy="334080"/>
            </a:xfrm>
            <a:prstGeom prst="teardrop">
              <a:avLst>
                <a:gd name="adj" fmla="val 100000"/>
              </a:avLst>
            </a:prstGeom>
            <a:solidFill>
              <a:schemeClr val="accent2"/>
            </a:solidFill>
            <a:ln>
              <a:noFill/>
            </a:ln>
          </p:spPr>
          <p:style>
            <a:lnRef idx="0">
              <a:scrgbClr r="0" g="0" b="0"/>
            </a:lnRef>
            <a:fillRef idx="0">
              <a:scrgbClr r="0" g="0" b="0"/>
            </a:fillRef>
            <a:effectRef idx="0">
              <a:scrgbClr r="0" g="0" b="0"/>
            </a:effectRef>
            <a:fontRef idx="minor"/>
          </p:style>
        </p:sp>
        <p:sp>
          <p:nvSpPr>
            <p:cNvPr id="610" name="CustomShape 22"/>
            <p:cNvSpPr/>
            <p:nvPr/>
          </p:nvSpPr>
          <p:spPr>
            <a:xfrm flipH="1">
              <a:off x="2995200" y="3752640"/>
              <a:ext cx="133560" cy="133560"/>
            </a:xfrm>
            <a:prstGeom prst="ellipse">
              <a:avLst/>
            </a:prstGeom>
            <a:solidFill>
              <a:srgbClr val="FFFFFF">
                <a:alpha val="30000"/>
              </a:srgbClr>
            </a:solid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r>
                <a:rPr lang="en" sz="600" b="0" strike="noStrike" spc="-1">
                  <a:solidFill>
                    <a:srgbClr val="FFFFFF"/>
                  </a:solidFill>
                  <a:latin typeface="Barlow Light"/>
                  <a:ea typeface="Barlow Light"/>
                </a:rPr>
                <a:t>2</a:t>
              </a:r>
              <a:endParaRPr lang="en-AU" sz="600" b="0" strike="noStrike" spc="-1">
                <a:latin typeface="Arial"/>
              </a:endParaRPr>
            </a:p>
          </p:txBody>
        </p:sp>
      </p:grpSp>
      <p:sp>
        <p:nvSpPr>
          <p:cNvPr id="611" name="CustomShape 23"/>
          <p:cNvSpPr/>
          <p:nvPr/>
        </p:nvSpPr>
        <p:spPr>
          <a:xfrm>
            <a:off x="1381680" y="115596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ctr">
              <a:lnSpc>
                <a:spcPct val="100000"/>
              </a:lnSpc>
              <a:tabLst>
                <a:tab pos="0" algn="l"/>
              </a:tabLst>
            </a:pPr>
            <a:r>
              <a:rPr lang="en" sz="900" b="0" strike="noStrike" spc="-1" dirty="0">
                <a:solidFill>
                  <a:srgbClr val="D1C8DA"/>
                </a:solidFill>
                <a:latin typeface="Barlow Light"/>
                <a:ea typeface="Barlow Light"/>
              </a:rPr>
              <a:t>Blue is the colour of the clear sky and the deep sea</a:t>
            </a:r>
            <a:endParaRPr lang="en-AU" sz="900" b="0" strike="noStrike" spc="-1" dirty="0">
              <a:latin typeface="Arial"/>
            </a:endParaRPr>
          </a:p>
        </p:txBody>
      </p:sp>
      <p:sp>
        <p:nvSpPr>
          <p:cNvPr id="612" name="CustomShape 24"/>
          <p:cNvSpPr/>
          <p:nvPr/>
        </p:nvSpPr>
        <p:spPr>
          <a:xfrm>
            <a:off x="3378960" y="115596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ctr">
              <a:lnSpc>
                <a:spcPct val="100000"/>
              </a:lnSpc>
              <a:tabLst>
                <a:tab pos="0" algn="l"/>
              </a:tabLst>
            </a:pPr>
            <a:r>
              <a:rPr lang="en" sz="900" b="0" strike="noStrike" spc="-1" dirty="0">
                <a:solidFill>
                  <a:srgbClr val="D1C8DA"/>
                </a:solidFill>
                <a:latin typeface="Barlow Light"/>
                <a:ea typeface="Barlow Light"/>
              </a:rPr>
              <a:t>Red is the colour of danger and courage</a:t>
            </a:r>
            <a:endParaRPr lang="en-AU" sz="900" b="0" strike="noStrike" spc="-1" dirty="0">
              <a:latin typeface="Arial"/>
            </a:endParaRPr>
          </a:p>
        </p:txBody>
      </p:sp>
      <p:sp>
        <p:nvSpPr>
          <p:cNvPr id="613" name="CustomShape 25"/>
          <p:cNvSpPr/>
          <p:nvPr/>
        </p:nvSpPr>
        <p:spPr>
          <a:xfrm>
            <a:off x="5437800" y="115596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ctr">
              <a:lnSpc>
                <a:spcPct val="100000"/>
              </a:lnSpc>
              <a:tabLst>
                <a:tab pos="0" algn="l"/>
              </a:tabLst>
            </a:pPr>
            <a:r>
              <a:rPr lang="en" sz="900" b="0" strike="noStrike" spc="-1" dirty="0">
                <a:solidFill>
                  <a:srgbClr val="D1C8DA"/>
                </a:solidFill>
                <a:latin typeface="Barlow Light"/>
                <a:ea typeface="Barlow Light"/>
              </a:rPr>
              <a:t>Black is the color of ebony and of outer space</a:t>
            </a:r>
            <a:endParaRPr lang="en-AU" sz="900" b="0" strike="noStrike" spc="-1" dirty="0">
              <a:latin typeface="Arial"/>
            </a:endParaRPr>
          </a:p>
        </p:txBody>
      </p:sp>
      <p:sp>
        <p:nvSpPr>
          <p:cNvPr id="614" name="CustomShape 26"/>
          <p:cNvSpPr/>
          <p:nvPr/>
        </p:nvSpPr>
        <p:spPr>
          <a:xfrm>
            <a:off x="2419920" y="406368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tabLst>
                <a:tab pos="0" algn="l"/>
              </a:tabLst>
            </a:pPr>
            <a:r>
              <a:rPr lang="en" sz="900" b="0" strike="noStrike" spc="-1" dirty="0">
                <a:solidFill>
                  <a:srgbClr val="D1C8DA"/>
                </a:solidFill>
                <a:latin typeface="Barlow Light"/>
                <a:ea typeface="Barlow Light"/>
              </a:rPr>
              <a:t>Yellow is the color of gold, butter and ripe lemons</a:t>
            </a:r>
            <a:endParaRPr lang="en-AU" sz="900" b="0" strike="noStrike" spc="-1" dirty="0">
              <a:latin typeface="Arial"/>
            </a:endParaRPr>
          </a:p>
        </p:txBody>
      </p:sp>
      <p:sp>
        <p:nvSpPr>
          <p:cNvPr id="615" name="CustomShape 27"/>
          <p:cNvSpPr/>
          <p:nvPr/>
        </p:nvSpPr>
        <p:spPr>
          <a:xfrm>
            <a:off x="4447800" y="406368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tabLst>
                <a:tab pos="0" algn="l"/>
              </a:tabLst>
            </a:pPr>
            <a:r>
              <a:rPr lang="en" sz="900" b="0" strike="noStrike" spc="-1" dirty="0">
                <a:solidFill>
                  <a:srgbClr val="D1C8DA"/>
                </a:solidFill>
                <a:latin typeface="Barlow Light"/>
                <a:ea typeface="Barlow Light"/>
              </a:rPr>
              <a:t>White is the color of milk and fresh snow</a:t>
            </a:r>
            <a:endParaRPr lang="en-AU" sz="900" b="0" strike="noStrike" spc="-1" dirty="0">
              <a:latin typeface="Arial"/>
            </a:endParaRPr>
          </a:p>
        </p:txBody>
      </p:sp>
      <p:sp>
        <p:nvSpPr>
          <p:cNvPr id="616" name="CustomShape 28"/>
          <p:cNvSpPr/>
          <p:nvPr/>
        </p:nvSpPr>
        <p:spPr>
          <a:xfrm>
            <a:off x="6476040" y="4063680"/>
            <a:ext cx="1285560" cy="53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tabLst>
                <a:tab pos="0" algn="l"/>
              </a:tabLst>
            </a:pPr>
            <a:r>
              <a:rPr lang="en" sz="900" b="0" strike="noStrike" spc="-1" dirty="0">
                <a:solidFill>
                  <a:srgbClr val="D1C8DA"/>
                </a:solidFill>
                <a:latin typeface="Barlow Light"/>
                <a:ea typeface="Barlow Light"/>
              </a:rPr>
              <a:t>Blue is the colour of the clear sky and the deep sea</a:t>
            </a:r>
            <a:endParaRPr lang="en-AU" sz="900" b="0" strike="noStrike" spc="-1" dirty="0">
              <a:latin typeface="Arial"/>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 name="CustomShape 1"/>
          <p:cNvSpPr/>
          <p:nvPr/>
        </p:nvSpPr>
        <p:spPr>
          <a:xfrm>
            <a:off x="1893240" y="608760"/>
            <a:ext cx="5306400" cy="2270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AU" sz="8000" b="1" u="sng" strike="noStrike" spc="-1">
                <a:solidFill>
                  <a:srgbClr val="E8A202"/>
                </a:solidFill>
                <a:uFillTx/>
                <a:latin typeface="Arial"/>
              </a:rPr>
              <a:t>THANK YOU</a:t>
            </a:r>
            <a:endParaRPr lang="en-AU" sz="8000" b="0" strike="noStrike" spc="-1">
              <a:latin typeface="Arial"/>
            </a:endParaRPr>
          </a:p>
        </p:txBody>
      </p:sp>
      <p:sp>
        <p:nvSpPr>
          <p:cNvPr id="621" name="CustomShape 2"/>
          <p:cNvSpPr/>
          <p:nvPr/>
        </p:nvSpPr>
        <p:spPr>
          <a:xfrm>
            <a:off x="3600000" y="2952000"/>
            <a:ext cx="2087640" cy="2015640"/>
          </a:xfrm>
          <a:custGeom>
            <a:avLst/>
            <a:gdLst/>
            <a:ahLst/>
            <a:cxnLst/>
            <a:rect l="l" t="t" r="r" b="b"/>
            <a:pathLst>
              <a:path w="15290" h="1529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accent1"/>
          </a:solidFill>
          <a:ln>
            <a:noFill/>
          </a:ln>
        </p:spPr>
        <p:style>
          <a:lnRef idx="0">
            <a:scrgbClr r="0" g="0" b="0"/>
          </a:lnRef>
          <a:fillRef idx="0">
            <a:scrgbClr r="0" g="0" b="0"/>
          </a:fillRef>
          <a:effectRef idx="0">
            <a:scrgbClr r="0" g="0" b="0"/>
          </a:effectRef>
          <a:fontRef idx="minor"/>
        </p:style>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1231</TotalTime>
  <Words>936</Words>
  <Application>LibreOffice/6.4.6.2$Linux_X86_64 LibreOffice_project/40$Build-2</Application>
  <PresentationFormat>On-screen Show (16:9)</PresentationFormat>
  <Paragraphs>116</Paragraphs>
  <Slides>17</Slides>
  <Notes>0</Notes>
  <HiddenSlides>0</HiddenSlides>
  <MMClips>0</MMClips>
  <ScaleCrop>false</ScaleCrop>
  <HeadingPairs>
    <vt:vector size="4" baseType="variant">
      <vt:variant>
        <vt:lpstr>Theme</vt:lpstr>
      </vt:variant>
      <vt:variant>
        <vt:i4>8</vt:i4>
      </vt:variant>
      <vt:variant>
        <vt:lpstr>Slide Titles</vt:lpstr>
      </vt:variant>
      <vt:variant>
        <vt:i4>17</vt:i4>
      </vt:variant>
    </vt:vector>
  </HeadingPairs>
  <TitlesOfParts>
    <vt:vector size="25" baseType="lpstr">
      <vt:lpstr>Office Theme</vt:lpstr>
      <vt:lpstr>Office Theme</vt:lpstr>
      <vt:lpstr>Office Theme</vt:lpstr>
      <vt:lpstr>Office Theme</vt:lpstr>
      <vt:lpstr>Office Theme</vt:lpstr>
      <vt:lpstr>Office Theme</vt:lpstr>
      <vt:lpstr>Office Theme</vt:lpstr>
      <vt:lpstr>Office Theme</vt:lpstr>
      <vt:lpstr>Slide 1</vt:lpstr>
      <vt:lpstr>Slide 2</vt:lpstr>
      <vt:lpstr>MISSION OF OUR ORGANIZATION </vt:lpstr>
      <vt:lpstr>VISION OF OUR ORGANIZATION </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
  <dc:description/>
  <cp:lastModifiedBy>Adit</cp:lastModifiedBy>
  <cp:revision>32</cp:revision>
  <dcterms:modified xsi:type="dcterms:W3CDTF">2021-04-07T15:16:10Z</dcterms:modified>
  <dc:language>en-AU</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40</vt:i4>
  </property>
  <property fmtid="{D5CDD505-2E9C-101B-9397-08002B2CF9AE}" pid="8" name="PresentationFormat">
    <vt:lpwstr>Presentación en pantalla (16:9)</vt:lpwstr>
  </property>
  <property fmtid="{D5CDD505-2E9C-101B-9397-08002B2CF9AE}" pid="9" name="ScaleCrop">
    <vt:bool>false</vt:bool>
  </property>
  <property fmtid="{D5CDD505-2E9C-101B-9397-08002B2CF9AE}" pid="10" name="ShareDoc">
    <vt:bool>false</vt:bool>
  </property>
  <property fmtid="{D5CDD505-2E9C-101B-9397-08002B2CF9AE}" pid="11" name="Slides">
    <vt:i4>40</vt:i4>
  </property>
</Properties>
</file>